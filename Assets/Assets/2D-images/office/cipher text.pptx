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8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0E63-838D-4C1E-A64E-31AF7CC91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3E322-33C9-4BF6-8F29-A80249F4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1F914-FA39-4F1C-B011-90B9D52E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5473B-BA93-42A3-A000-EA2FF97A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6EF1F-A707-4E23-A5B1-3A550400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7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510D-6DBC-46A6-BC55-4FA7DE6F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141B4-D07D-40DC-B7B3-E6CDD849B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549FA-478F-4C86-B845-E4909F81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36201-C826-47E3-B67A-6D99DEA23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4AD7-E2F2-4F49-862C-2CF66E4C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93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D72B-EFF2-419E-900E-454D5064A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462A9-E300-43FB-BFE0-56CF56E0C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185AC-F5FF-4139-B5F1-50015866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1C36F-B854-4B6C-A94E-9E687289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40FAA-2A58-4A35-8A54-83BE20F4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9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A3B7-1E22-49FC-9EB4-F56CD36E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058AE-2CD3-45DD-85BE-85E5C809A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B0B93-B334-4A85-B9D9-BF0FFB38B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012F6-A17B-451C-9145-12FF20ECF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C7E54-7F86-4C3A-8368-5CD6918B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059E9-FE17-49FF-AC22-F9990F78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9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C47B8-08FD-40E7-952C-780EA4F78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AC2C0-BB72-4DA8-8B68-66DBE5496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3EDC6-ED66-45D0-B417-93490D22D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141C36-FE37-49B8-BB1D-51729408D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89D58-F414-4145-9413-8F51BFAC0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48E992-F565-44EE-B3BF-F8618799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A7591-1AE5-4544-B83A-471AB717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A7648B-B0CF-4E15-BC5C-A63258EB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6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4693-637D-415F-A491-4AD726C89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164466-A318-4C1D-AD7B-76EE5E8B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85B1C-9650-4BD5-9D63-E09B28BA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EC913-BC61-4FB0-8B96-35206585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74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9E72B-B2C1-4F59-8EA3-A5E6ABC8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81F77-3C11-4516-BFBC-59ACABE43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DD131-8CA2-4743-B35B-ED3CEE64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10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A3D0-063C-441C-A8E3-A2D91371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9D2D7-E931-441A-9D95-1166F433C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9463D-52AB-4DAD-9715-CD9BA6E1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74042-3F45-4B19-B891-4BA9B129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517E9-B844-4296-B8ED-74BA8F68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D38C6-67A5-4DD4-B933-1B29DAD11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1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94C8-C59B-4754-BEF2-5E45CEE8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2A0EF-A96F-460A-9FAF-378CA7AC5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78967-85BA-4E16-AE18-E6AE85E8E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AE15C-4891-485A-8474-96B7FDBE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698E4-6A26-4082-8073-AC7CDF21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CA9C2-C037-4F51-97EF-82C530CE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0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0C3E-336A-47E3-A0CE-55FFC177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C4648-03CB-4FC7-AF65-3A77F62BC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597B4-F819-4691-9BB9-1CC136014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53E52-CABA-439E-AA96-421ED847A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24C3-9740-4781-96C9-2A2E5808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16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D6E67C-5E70-491B-8D80-9ACFED393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45F8C-7ED0-40DA-8D91-4FFA6D228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1836-A18B-43F6-9955-B568E062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6D31-EADF-4A15-8791-20D12E31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2CA87-C75F-401F-8345-BF7BCC814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70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0F2C9-D277-4031-814B-BC97121E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1B27B-237A-45C7-A452-02E6D4349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9179A-8C3E-4CD0-B0FC-9C90B13B3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0D6CD-3916-4E03-A840-5DBF35A2D9EC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41858-7E9B-46E7-99AF-189554E8C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1CBF6-6235-415A-A5AF-B2550515E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8815C-F059-4F1E-9EEA-E72D1C31D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61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4E1AC5-EC98-4404-8575-D24482D1E735}"/>
              </a:ext>
            </a:extLst>
          </p:cNvPr>
          <p:cNvSpPr txBox="1"/>
          <p:nvPr/>
        </p:nvSpPr>
        <p:spPr>
          <a:xfrm>
            <a:off x="2851608" y="853126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A90F32-565A-478F-B85E-4428F198A7B4}"/>
              </a:ext>
            </a:extLst>
          </p:cNvPr>
          <p:cNvSpPr/>
          <p:nvPr/>
        </p:nvSpPr>
        <p:spPr>
          <a:xfrm>
            <a:off x="4402269" y="2967334"/>
            <a:ext cx="3387466" cy="179040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>
                <a:gd name="adj" fmla="val 9923872"/>
              </a:avLst>
            </a:prstTxWarp>
            <a:spAutoFit/>
          </a:bodyPr>
          <a:lstStyle/>
          <a:p>
            <a:pPr algn="ctr"/>
            <a:r>
              <a:rPr lang="en-US" sz="4000" dirty="0">
                <a:ln w="0"/>
                <a:solidFill>
                  <a:schemeClr val="bg1"/>
                </a:solidFill>
                <a:latin typeface="Franklin Gothic Book" panose="020B0503020102020204" pitchFamily="34" charset="0"/>
              </a:rPr>
              <a:t>LETTER CHOICE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484445-5730-4C00-BA49-7FC0DD6FF633}"/>
              </a:ext>
            </a:extLst>
          </p:cNvPr>
          <p:cNvSpPr/>
          <p:nvPr/>
        </p:nvSpPr>
        <p:spPr>
          <a:xfrm>
            <a:off x="4402269" y="3572175"/>
            <a:ext cx="3387466" cy="179040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>
                <a:gd name="adj" fmla="val 9923872"/>
              </a:avLst>
            </a:prstTxWarp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bg1"/>
                </a:solidFill>
                <a:latin typeface="Franklin Gothic Book" panose="020B0503020102020204" pitchFamily="34" charset="0"/>
              </a:rPr>
              <a:t>cipher text</a:t>
            </a:r>
          </a:p>
        </p:txBody>
      </p:sp>
    </p:spTree>
    <p:extLst>
      <p:ext uri="{BB962C8B-B14F-4D97-AF65-F5344CB8AC3E}">
        <p14:creationId xmlns:p14="http://schemas.microsoft.com/office/powerpoint/2010/main" val="502067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111C91C3F1324EAA641E163BC16F37" ma:contentTypeVersion="12" ma:contentTypeDescription="Create a new document." ma:contentTypeScope="" ma:versionID="1c8a5ef9438795d38bafd94ce27c839d">
  <xsd:schema xmlns:xsd="http://www.w3.org/2001/XMLSchema" xmlns:xs="http://www.w3.org/2001/XMLSchema" xmlns:p="http://schemas.microsoft.com/office/2006/metadata/properties" xmlns:ns2="960c2cdf-7538-4d87-abd1-a823d00af813" xmlns:ns3="e6b67e13-9978-4a6f-969a-025a7026b893" targetNamespace="http://schemas.microsoft.com/office/2006/metadata/properties" ma:root="true" ma:fieldsID="210623f288afcadd15de4460ae938571" ns2:_="" ns3:_="">
    <xsd:import namespace="960c2cdf-7538-4d87-abd1-a823d00af813"/>
    <xsd:import namespace="e6b67e13-9978-4a6f-969a-025a7026b8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0c2cdf-7538-4d87-abd1-a823d00af8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ed757968-b5e0-43bf-af52-13bc706514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b67e13-9978-4a6f-969a-025a7026b89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ef14909-c3c8-4e1c-92d0-334fe73eb737}" ma:internalName="TaxCatchAll" ma:showField="CatchAllData" ma:web="e6b67e13-9978-4a6f-969a-025a7026b8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0c2cdf-7538-4d87-abd1-a823d00af813">
      <Terms xmlns="http://schemas.microsoft.com/office/infopath/2007/PartnerControls"/>
    </lcf76f155ced4ddcb4097134ff3c332f>
    <TaxCatchAll xmlns="e6b67e13-9978-4a6f-969a-025a7026b893" xsi:nil="true"/>
  </documentManagement>
</p:properties>
</file>

<file path=customXml/itemProps1.xml><?xml version="1.0" encoding="utf-8"?>
<ds:datastoreItem xmlns:ds="http://schemas.openxmlformats.org/officeDocument/2006/customXml" ds:itemID="{38C55FF6-3309-4529-95EA-942839041B13}"/>
</file>

<file path=customXml/itemProps2.xml><?xml version="1.0" encoding="utf-8"?>
<ds:datastoreItem xmlns:ds="http://schemas.openxmlformats.org/officeDocument/2006/customXml" ds:itemID="{20D14B51-DA1C-4D03-80CB-48204BA4FDAD}"/>
</file>

<file path=customXml/itemProps3.xml><?xml version="1.0" encoding="utf-8"?>
<ds:datastoreItem xmlns:ds="http://schemas.openxmlformats.org/officeDocument/2006/customXml" ds:itemID="{E420B240-C5ED-4406-AD92-931AE65203A4}"/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Franklin Gothic Book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Cowan</dc:creator>
  <cp:lastModifiedBy>Melissa Cowan</cp:lastModifiedBy>
  <cp:revision>4</cp:revision>
  <dcterms:created xsi:type="dcterms:W3CDTF">2021-04-05T21:55:18Z</dcterms:created>
  <dcterms:modified xsi:type="dcterms:W3CDTF">2021-04-06T17:15:48Z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0x010100C5111C91C3F1324EAA641E163BC16F37</vt:lpwstr>
  </property>
</Properties>
</file>