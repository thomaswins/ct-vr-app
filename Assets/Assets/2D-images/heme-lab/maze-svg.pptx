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68" d="100"/>
          <a:sy n="68" d="100"/>
        </p:scale>
        <p:origin x="55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11BE3-6995-4743-B8E5-CA1677915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5F30B-DF4F-4BB0-A256-376E249FD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8B023-2801-4B5E-81B8-A5C6001B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A63F6-A095-4E5B-A257-9D1A6476090E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3BE81-1705-4633-BC91-73DAE1204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F1270-14E2-4CFA-9523-9E20E71B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D5847-78F7-405C-8507-084F3A3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93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A8CA-65E9-4C01-B794-6D8D9634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905A8-AB90-4B84-ADA5-583841AE1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808EE-F501-4BDB-A775-CEA7AA91E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A63F6-A095-4E5B-A257-9D1A6476090E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99F63-D240-42F7-9DC9-925AAB6FE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1BB90-BCE8-4496-ABE2-F96849E15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D5847-78F7-405C-8507-084F3A3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6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BCCA8-D54D-4144-8D7D-C43E61441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71CD3-A0D2-42E1-90A8-9488F0B8E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2C5DD-D1F1-4F32-8418-31AEEBF80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A63F6-A095-4E5B-A257-9D1A6476090E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2092D-D663-43CA-BBD5-909C54E01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E0DE5-2BA9-4CDD-A753-B669A8D86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D5847-78F7-405C-8507-084F3A3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550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DAB80-5AE7-4E23-83A4-87571E463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05623-3C07-436D-93B1-CBF5913A4E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A2A7E-2420-4CC1-B628-DCB3DAAC3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C3B32-EE66-4E83-B614-E6FF2D4A9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A63F6-A095-4E5B-A257-9D1A6476090E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8FC08B-7506-48F7-AA29-F5E178293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4A4D4-4796-4DA7-874F-4102E2650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D5847-78F7-405C-8507-084F3A3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75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5ACC-19BA-4E58-BB48-EDA707429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F2963-B77B-4E50-A596-6C1D6ECD0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FA79F-9642-48E0-AEE6-D7C021996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64C3B5-BC3A-4061-BA10-0131C2971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9ABDD5-C9A5-416D-A531-DD32D8F02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2978FC-D345-44FC-B6E6-A539C9DE3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A63F6-A095-4E5B-A257-9D1A6476090E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D1B473-34E2-4BC0-8460-3F5C59264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C1481B-027A-4948-996E-24BA2EF60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D5847-78F7-405C-8507-084F3A3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88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5ACE9-00E4-4A71-8BCD-230AACE6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3293F5-AE91-4EE9-A992-2D2284F3D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A63F6-A095-4E5B-A257-9D1A6476090E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4E54E-2876-43EF-AD9F-53749EF36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8D037-00EB-4AAC-8477-A5885AC53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D5847-78F7-405C-8507-084F3A3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45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503E8B-194D-4926-9A22-1F25EC7F9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A63F6-A095-4E5B-A257-9D1A6476090E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0E693-65B1-4CEF-877C-739884CD3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175F4-0393-48FD-AB85-A13839665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D5847-78F7-405C-8507-084F3A3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C9AB-A5FD-44AE-95FC-8D61C9B70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92E95-5E13-4E44-99FD-CB6DB6C1A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6462B-16B8-4B90-913F-84613101A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B17BA4-8B7D-4D3E-A23C-7F387DD81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A63F6-A095-4E5B-A257-9D1A6476090E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AAF6A-70F1-4794-A536-B2370BB6F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BE8A1-7D17-41AD-A133-AC617A338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D5847-78F7-405C-8507-084F3A3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0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D0766-F7EB-400F-9142-FA9C912E6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CC2D9-628E-4907-8512-0C27507EB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C9B4F-87BF-4DDF-BCF1-A7FDEA4A0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823366-2939-4194-AC35-790A2817F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A63F6-A095-4E5B-A257-9D1A6476090E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CEF774-5C41-4EB8-AAEC-4DA0633EA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B1A0C-7B8D-41E1-8FB1-9CD06EA6E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D5847-78F7-405C-8507-084F3A3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63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96C4-3BB8-4C2A-91F5-6CFD05660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D4B78-EBA3-4BA4-8612-F4AFD7474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AE707-3E09-427D-A0EA-437797B58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A63F6-A095-4E5B-A257-9D1A6476090E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33DFF-EF76-4859-A88D-33C7ED369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A094B-7FD9-48CE-B357-080B870DA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D5847-78F7-405C-8507-084F3A3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4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B185CF-3B83-4418-9888-084BB0C1A5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3C0E55-F364-4489-8708-067CD7D0C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101C-7FBE-4B60-BFF6-4FA36386B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A63F6-A095-4E5B-A257-9D1A6476090E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20120-06B7-44EA-872D-67570E17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3BB31-1B06-4CCD-9FF1-9995C81C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D5847-78F7-405C-8507-084F3A3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28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C52556-CB7F-4C99-A5A0-C0585BC44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75A11-79DF-4700-B83C-7C1E62D73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8D954-F487-4D77-8FE9-35757C3AFD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A63F6-A095-4E5B-A257-9D1A6476090E}" type="datetimeFigureOut">
              <a:rPr lang="en-US" smtClean="0"/>
              <a:t>4/27/2021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2C724-DBA6-4A0D-A512-D17D50F08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E4FDA-A5CC-42DD-AC5B-2C06EC6A1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D5847-78F7-405C-8507-084F3A3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9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6759BBD-8A05-469A-8709-F6AA3A327A3F}"/>
              </a:ext>
            </a:extLst>
          </p:cNvPr>
          <p:cNvSpPr/>
          <p:nvPr/>
        </p:nvSpPr>
        <p:spPr>
          <a:xfrm>
            <a:off x="501364" y="495827"/>
            <a:ext cx="5156690" cy="35810"/>
          </a:xfrm>
          <a:custGeom>
            <a:avLst/>
            <a:gdLst>
              <a:gd name="connsiteX0" fmla="*/ 0 w 5156690"/>
              <a:gd name="connsiteY0" fmla="*/ 0 h 35810"/>
              <a:gd name="connsiteX1" fmla="*/ 5156691 w 5156690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56690" h="35810">
                <a:moveTo>
                  <a:pt x="0" y="0"/>
                </a:moveTo>
                <a:lnTo>
                  <a:pt x="5156691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B4C8AC4-E2BA-4D0C-9D3D-B6C9519C868E}"/>
              </a:ext>
            </a:extLst>
          </p:cNvPr>
          <p:cNvSpPr/>
          <p:nvPr/>
        </p:nvSpPr>
        <p:spPr>
          <a:xfrm>
            <a:off x="6231021" y="495827"/>
            <a:ext cx="5729656" cy="35810"/>
          </a:xfrm>
          <a:custGeom>
            <a:avLst/>
            <a:gdLst>
              <a:gd name="connsiteX0" fmla="*/ 0 w 5729656"/>
              <a:gd name="connsiteY0" fmla="*/ 0 h 35810"/>
              <a:gd name="connsiteX1" fmla="*/ 5729657 w 5729656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6" h="35810">
                <a:moveTo>
                  <a:pt x="0" y="0"/>
                </a:moveTo>
                <a:lnTo>
                  <a:pt x="5729657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14DB768-B24B-43A9-8590-C23551B33543}"/>
              </a:ext>
            </a:extLst>
          </p:cNvPr>
          <p:cNvSpPr/>
          <p:nvPr/>
        </p:nvSpPr>
        <p:spPr>
          <a:xfrm>
            <a:off x="1074330" y="1068793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E3F1A04-42BF-4240-AC54-CDE4CDF3DD81}"/>
              </a:ext>
            </a:extLst>
          </p:cNvPr>
          <p:cNvSpPr/>
          <p:nvPr/>
        </p:nvSpPr>
        <p:spPr>
          <a:xfrm>
            <a:off x="3366192" y="1068793"/>
            <a:ext cx="1145931" cy="35810"/>
          </a:xfrm>
          <a:custGeom>
            <a:avLst/>
            <a:gdLst>
              <a:gd name="connsiteX0" fmla="*/ 0 w 1145931"/>
              <a:gd name="connsiteY0" fmla="*/ 0 h 35810"/>
              <a:gd name="connsiteX1" fmla="*/ 1145931 w 1145931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5931" h="35810">
                <a:moveTo>
                  <a:pt x="0" y="0"/>
                </a:moveTo>
                <a:lnTo>
                  <a:pt x="1145931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EC79894-665C-4F5E-86B0-E906DF3A349E}"/>
              </a:ext>
            </a:extLst>
          </p:cNvPr>
          <p:cNvSpPr/>
          <p:nvPr/>
        </p:nvSpPr>
        <p:spPr>
          <a:xfrm>
            <a:off x="5085089" y="1068793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F74358E-0A74-46BE-8BC9-90A9D50807E1}"/>
              </a:ext>
            </a:extLst>
          </p:cNvPr>
          <p:cNvSpPr/>
          <p:nvPr/>
        </p:nvSpPr>
        <p:spPr>
          <a:xfrm>
            <a:off x="501364" y="1641759"/>
            <a:ext cx="1145931" cy="35810"/>
          </a:xfrm>
          <a:custGeom>
            <a:avLst/>
            <a:gdLst>
              <a:gd name="connsiteX0" fmla="*/ 0 w 1145931"/>
              <a:gd name="connsiteY0" fmla="*/ 0 h 35810"/>
              <a:gd name="connsiteX1" fmla="*/ 1145931 w 1145931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5931" h="35810">
                <a:moveTo>
                  <a:pt x="0" y="0"/>
                </a:moveTo>
                <a:lnTo>
                  <a:pt x="1145931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051CEC6-128C-4F98-AB70-1124E82FD3B3}"/>
              </a:ext>
            </a:extLst>
          </p:cNvPr>
          <p:cNvSpPr/>
          <p:nvPr/>
        </p:nvSpPr>
        <p:spPr>
          <a:xfrm>
            <a:off x="2220261" y="1641759"/>
            <a:ext cx="1718896" cy="35810"/>
          </a:xfrm>
          <a:custGeom>
            <a:avLst/>
            <a:gdLst>
              <a:gd name="connsiteX0" fmla="*/ 0 w 1718896"/>
              <a:gd name="connsiteY0" fmla="*/ 0 h 35810"/>
              <a:gd name="connsiteX1" fmla="*/ 1718897 w 1718896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18896" h="35810">
                <a:moveTo>
                  <a:pt x="0" y="0"/>
                </a:moveTo>
                <a:lnTo>
                  <a:pt x="1718897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904B504-7396-4923-9FBF-AABFF10F81F4}"/>
              </a:ext>
            </a:extLst>
          </p:cNvPr>
          <p:cNvSpPr/>
          <p:nvPr/>
        </p:nvSpPr>
        <p:spPr>
          <a:xfrm>
            <a:off x="5658055" y="1641759"/>
            <a:ext cx="1145931" cy="35810"/>
          </a:xfrm>
          <a:custGeom>
            <a:avLst/>
            <a:gdLst>
              <a:gd name="connsiteX0" fmla="*/ 0 w 1145931"/>
              <a:gd name="connsiteY0" fmla="*/ 0 h 35810"/>
              <a:gd name="connsiteX1" fmla="*/ 1145931 w 1145931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5931" h="35810">
                <a:moveTo>
                  <a:pt x="0" y="0"/>
                </a:moveTo>
                <a:lnTo>
                  <a:pt x="1145931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1389441-2701-4B56-A724-946E8F7868C0}"/>
              </a:ext>
            </a:extLst>
          </p:cNvPr>
          <p:cNvSpPr/>
          <p:nvPr/>
        </p:nvSpPr>
        <p:spPr>
          <a:xfrm>
            <a:off x="7376952" y="1641759"/>
            <a:ext cx="1718896" cy="35810"/>
          </a:xfrm>
          <a:custGeom>
            <a:avLst/>
            <a:gdLst>
              <a:gd name="connsiteX0" fmla="*/ 0 w 1718896"/>
              <a:gd name="connsiteY0" fmla="*/ 0 h 35810"/>
              <a:gd name="connsiteX1" fmla="*/ 1718897 w 1718896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18896" h="35810">
                <a:moveTo>
                  <a:pt x="0" y="0"/>
                </a:moveTo>
                <a:lnTo>
                  <a:pt x="1718897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522790F-A5A8-46F1-BAE1-6F74D7616B4E}"/>
              </a:ext>
            </a:extLst>
          </p:cNvPr>
          <p:cNvSpPr/>
          <p:nvPr/>
        </p:nvSpPr>
        <p:spPr>
          <a:xfrm>
            <a:off x="10814746" y="1641759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4EC2074-5F45-452B-927B-8BCBBE3F25D3}"/>
              </a:ext>
            </a:extLst>
          </p:cNvPr>
          <p:cNvSpPr/>
          <p:nvPr/>
        </p:nvSpPr>
        <p:spPr>
          <a:xfrm>
            <a:off x="1647295" y="2214724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6ADCA3A-3EB1-494A-B692-B25E69902C66}"/>
              </a:ext>
            </a:extLst>
          </p:cNvPr>
          <p:cNvSpPr/>
          <p:nvPr/>
        </p:nvSpPr>
        <p:spPr>
          <a:xfrm>
            <a:off x="2793227" y="2214724"/>
            <a:ext cx="1145931" cy="35810"/>
          </a:xfrm>
          <a:custGeom>
            <a:avLst/>
            <a:gdLst>
              <a:gd name="connsiteX0" fmla="*/ 0 w 1145931"/>
              <a:gd name="connsiteY0" fmla="*/ 0 h 35810"/>
              <a:gd name="connsiteX1" fmla="*/ 1145931 w 1145931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5931" h="35810">
                <a:moveTo>
                  <a:pt x="0" y="0"/>
                </a:moveTo>
                <a:lnTo>
                  <a:pt x="1145931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AB0B826-4678-4EFA-B316-DC3F467587EC}"/>
              </a:ext>
            </a:extLst>
          </p:cNvPr>
          <p:cNvSpPr/>
          <p:nvPr/>
        </p:nvSpPr>
        <p:spPr>
          <a:xfrm>
            <a:off x="5085089" y="2214724"/>
            <a:ext cx="1145931" cy="35810"/>
          </a:xfrm>
          <a:custGeom>
            <a:avLst/>
            <a:gdLst>
              <a:gd name="connsiteX0" fmla="*/ 0 w 1145931"/>
              <a:gd name="connsiteY0" fmla="*/ 0 h 35810"/>
              <a:gd name="connsiteX1" fmla="*/ 1145931 w 1145931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5931" h="35810">
                <a:moveTo>
                  <a:pt x="0" y="0"/>
                </a:moveTo>
                <a:lnTo>
                  <a:pt x="1145931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93689D4-4D3B-45E9-B2F0-98224BD41D9A}"/>
              </a:ext>
            </a:extLst>
          </p:cNvPr>
          <p:cNvSpPr/>
          <p:nvPr/>
        </p:nvSpPr>
        <p:spPr>
          <a:xfrm>
            <a:off x="6803986" y="2214724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1243E71-D836-4DF7-9509-837C233123A2}"/>
              </a:ext>
            </a:extLst>
          </p:cNvPr>
          <p:cNvSpPr/>
          <p:nvPr/>
        </p:nvSpPr>
        <p:spPr>
          <a:xfrm>
            <a:off x="9095849" y="2214724"/>
            <a:ext cx="2291862" cy="35810"/>
          </a:xfrm>
          <a:custGeom>
            <a:avLst/>
            <a:gdLst>
              <a:gd name="connsiteX0" fmla="*/ 0 w 2291862"/>
              <a:gd name="connsiteY0" fmla="*/ 0 h 35810"/>
              <a:gd name="connsiteX1" fmla="*/ 2291863 w 2291862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91862" h="35810">
                <a:moveTo>
                  <a:pt x="0" y="0"/>
                </a:moveTo>
                <a:lnTo>
                  <a:pt x="2291863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EC37D7C-F1D1-4033-AD49-FF894F7A24D9}"/>
              </a:ext>
            </a:extLst>
          </p:cNvPr>
          <p:cNvSpPr/>
          <p:nvPr/>
        </p:nvSpPr>
        <p:spPr>
          <a:xfrm>
            <a:off x="501364" y="2787690"/>
            <a:ext cx="1145931" cy="35810"/>
          </a:xfrm>
          <a:custGeom>
            <a:avLst/>
            <a:gdLst>
              <a:gd name="connsiteX0" fmla="*/ 0 w 1145931"/>
              <a:gd name="connsiteY0" fmla="*/ 0 h 35810"/>
              <a:gd name="connsiteX1" fmla="*/ 1145931 w 1145931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5931" h="35810">
                <a:moveTo>
                  <a:pt x="0" y="0"/>
                </a:moveTo>
                <a:lnTo>
                  <a:pt x="1145931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C022F09-536C-4EDE-B956-B8AF24002DD4}"/>
              </a:ext>
            </a:extLst>
          </p:cNvPr>
          <p:cNvSpPr/>
          <p:nvPr/>
        </p:nvSpPr>
        <p:spPr>
          <a:xfrm>
            <a:off x="3366192" y="2787690"/>
            <a:ext cx="2291862" cy="35810"/>
          </a:xfrm>
          <a:custGeom>
            <a:avLst/>
            <a:gdLst>
              <a:gd name="connsiteX0" fmla="*/ 0 w 2291862"/>
              <a:gd name="connsiteY0" fmla="*/ 0 h 35810"/>
              <a:gd name="connsiteX1" fmla="*/ 2291863 w 2291862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91862" h="35810">
                <a:moveTo>
                  <a:pt x="0" y="0"/>
                </a:moveTo>
                <a:lnTo>
                  <a:pt x="2291863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DEA1119-0879-4671-98CA-7CFA4618B38C}"/>
              </a:ext>
            </a:extLst>
          </p:cNvPr>
          <p:cNvSpPr/>
          <p:nvPr/>
        </p:nvSpPr>
        <p:spPr>
          <a:xfrm>
            <a:off x="7376952" y="2787690"/>
            <a:ext cx="2291862" cy="35810"/>
          </a:xfrm>
          <a:custGeom>
            <a:avLst/>
            <a:gdLst>
              <a:gd name="connsiteX0" fmla="*/ 0 w 2291862"/>
              <a:gd name="connsiteY0" fmla="*/ 0 h 35810"/>
              <a:gd name="connsiteX1" fmla="*/ 2291863 w 2291862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91862" h="35810">
                <a:moveTo>
                  <a:pt x="0" y="0"/>
                </a:moveTo>
                <a:lnTo>
                  <a:pt x="2291863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D750E0A-8FBB-4582-8DC2-487FE60AE555}"/>
              </a:ext>
            </a:extLst>
          </p:cNvPr>
          <p:cNvSpPr/>
          <p:nvPr/>
        </p:nvSpPr>
        <p:spPr>
          <a:xfrm>
            <a:off x="10241780" y="2787690"/>
            <a:ext cx="1718896" cy="35810"/>
          </a:xfrm>
          <a:custGeom>
            <a:avLst/>
            <a:gdLst>
              <a:gd name="connsiteX0" fmla="*/ 0 w 1718896"/>
              <a:gd name="connsiteY0" fmla="*/ 0 h 35810"/>
              <a:gd name="connsiteX1" fmla="*/ 1718897 w 1718896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18896" h="35810">
                <a:moveTo>
                  <a:pt x="0" y="0"/>
                </a:moveTo>
                <a:lnTo>
                  <a:pt x="1718897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E70DE17-56E1-43CA-BCF0-69FFE8C7A743}"/>
              </a:ext>
            </a:extLst>
          </p:cNvPr>
          <p:cNvSpPr/>
          <p:nvPr/>
        </p:nvSpPr>
        <p:spPr>
          <a:xfrm>
            <a:off x="1647295" y="3360656"/>
            <a:ext cx="1145931" cy="35810"/>
          </a:xfrm>
          <a:custGeom>
            <a:avLst/>
            <a:gdLst>
              <a:gd name="connsiteX0" fmla="*/ 0 w 1145931"/>
              <a:gd name="connsiteY0" fmla="*/ 0 h 35810"/>
              <a:gd name="connsiteX1" fmla="*/ 1145931 w 1145931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5931" h="35810">
                <a:moveTo>
                  <a:pt x="0" y="0"/>
                </a:moveTo>
                <a:lnTo>
                  <a:pt x="1145931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8457E1B-5198-4927-B20B-0626725F63C7}"/>
              </a:ext>
            </a:extLst>
          </p:cNvPr>
          <p:cNvSpPr/>
          <p:nvPr/>
        </p:nvSpPr>
        <p:spPr>
          <a:xfrm>
            <a:off x="3939158" y="3360656"/>
            <a:ext cx="2864828" cy="35810"/>
          </a:xfrm>
          <a:custGeom>
            <a:avLst/>
            <a:gdLst>
              <a:gd name="connsiteX0" fmla="*/ 0 w 2864828"/>
              <a:gd name="connsiteY0" fmla="*/ 0 h 35810"/>
              <a:gd name="connsiteX1" fmla="*/ 2864828 w 2864828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64828" h="35810">
                <a:moveTo>
                  <a:pt x="0" y="0"/>
                </a:moveTo>
                <a:lnTo>
                  <a:pt x="2864828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EF5D255-C28D-447D-A672-C62561AA4FA7}"/>
              </a:ext>
            </a:extLst>
          </p:cNvPr>
          <p:cNvSpPr/>
          <p:nvPr/>
        </p:nvSpPr>
        <p:spPr>
          <a:xfrm>
            <a:off x="7949917" y="3360656"/>
            <a:ext cx="1145931" cy="35810"/>
          </a:xfrm>
          <a:custGeom>
            <a:avLst/>
            <a:gdLst>
              <a:gd name="connsiteX0" fmla="*/ 0 w 1145931"/>
              <a:gd name="connsiteY0" fmla="*/ 0 h 35810"/>
              <a:gd name="connsiteX1" fmla="*/ 1145931 w 1145931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5931" h="35810">
                <a:moveTo>
                  <a:pt x="0" y="0"/>
                </a:moveTo>
                <a:lnTo>
                  <a:pt x="1145931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83C656D-3668-461C-9F89-5A561FA3BF67}"/>
              </a:ext>
            </a:extLst>
          </p:cNvPr>
          <p:cNvSpPr/>
          <p:nvPr/>
        </p:nvSpPr>
        <p:spPr>
          <a:xfrm>
            <a:off x="9668814" y="3360656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747420A-F389-4C2D-9209-39A08476835F}"/>
              </a:ext>
            </a:extLst>
          </p:cNvPr>
          <p:cNvSpPr/>
          <p:nvPr/>
        </p:nvSpPr>
        <p:spPr>
          <a:xfrm>
            <a:off x="10814746" y="3360656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E694921-994D-4B59-B8AE-55375A101B5A}"/>
              </a:ext>
            </a:extLst>
          </p:cNvPr>
          <p:cNvSpPr/>
          <p:nvPr/>
        </p:nvSpPr>
        <p:spPr>
          <a:xfrm>
            <a:off x="501364" y="3933621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7EFA1C0-EE4B-4718-AD60-BFA5EEC42F67}"/>
              </a:ext>
            </a:extLst>
          </p:cNvPr>
          <p:cNvSpPr/>
          <p:nvPr/>
        </p:nvSpPr>
        <p:spPr>
          <a:xfrm>
            <a:off x="2220261" y="3933621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EF4B651-706B-48B0-A666-84C5FDF096B1}"/>
              </a:ext>
            </a:extLst>
          </p:cNvPr>
          <p:cNvSpPr/>
          <p:nvPr/>
        </p:nvSpPr>
        <p:spPr>
          <a:xfrm>
            <a:off x="4512124" y="3933621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A7443ED-DFB6-4126-8AD5-028C4AB6CA3D}"/>
              </a:ext>
            </a:extLst>
          </p:cNvPr>
          <p:cNvSpPr/>
          <p:nvPr/>
        </p:nvSpPr>
        <p:spPr>
          <a:xfrm>
            <a:off x="6231021" y="3933621"/>
            <a:ext cx="1145931" cy="35810"/>
          </a:xfrm>
          <a:custGeom>
            <a:avLst/>
            <a:gdLst>
              <a:gd name="connsiteX0" fmla="*/ 0 w 1145931"/>
              <a:gd name="connsiteY0" fmla="*/ 0 h 35810"/>
              <a:gd name="connsiteX1" fmla="*/ 1145931 w 1145931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5931" h="35810">
                <a:moveTo>
                  <a:pt x="0" y="0"/>
                </a:moveTo>
                <a:lnTo>
                  <a:pt x="1145931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79C89D5-1944-43F5-A5CC-0A7968F20DDD}"/>
              </a:ext>
            </a:extLst>
          </p:cNvPr>
          <p:cNvSpPr/>
          <p:nvPr/>
        </p:nvSpPr>
        <p:spPr>
          <a:xfrm>
            <a:off x="7949917" y="3933621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9B449A8-28F7-4843-957D-E34BC583F6F1}"/>
              </a:ext>
            </a:extLst>
          </p:cNvPr>
          <p:cNvSpPr/>
          <p:nvPr/>
        </p:nvSpPr>
        <p:spPr>
          <a:xfrm>
            <a:off x="9095849" y="3933621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442C65C8-5982-463C-8236-C4E865A4C1AA}"/>
              </a:ext>
            </a:extLst>
          </p:cNvPr>
          <p:cNvSpPr/>
          <p:nvPr/>
        </p:nvSpPr>
        <p:spPr>
          <a:xfrm>
            <a:off x="10241780" y="3933621"/>
            <a:ext cx="1145931" cy="35810"/>
          </a:xfrm>
          <a:custGeom>
            <a:avLst/>
            <a:gdLst>
              <a:gd name="connsiteX0" fmla="*/ 0 w 1145931"/>
              <a:gd name="connsiteY0" fmla="*/ 0 h 35810"/>
              <a:gd name="connsiteX1" fmla="*/ 1145931 w 1145931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5931" h="35810">
                <a:moveTo>
                  <a:pt x="0" y="0"/>
                </a:moveTo>
                <a:lnTo>
                  <a:pt x="1145931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AC4FBBFB-5983-4D50-8424-B5BEB477FABC}"/>
              </a:ext>
            </a:extLst>
          </p:cNvPr>
          <p:cNvSpPr/>
          <p:nvPr/>
        </p:nvSpPr>
        <p:spPr>
          <a:xfrm>
            <a:off x="1074330" y="4506587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CD0D847-97C3-43D5-9BF1-D9211F5E3E01}"/>
              </a:ext>
            </a:extLst>
          </p:cNvPr>
          <p:cNvSpPr/>
          <p:nvPr/>
        </p:nvSpPr>
        <p:spPr>
          <a:xfrm>
            <a:off x="2793227" y="4506587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B482405F-D967-401A-8865-168D973B9760}"/>
              </a:ext>
            </a:extLst>
          </p:cNvPr>
          <p:cNvSpPr/>
          <p:nvPr/>
        </p:nvSpPr>
        <p:spPr>
          <a:xfrm>
            <a:off x="3939158" y="4506587"/>
            <a:ext cx="1718896" cy="35810"/>
          </a:xfrm>
          <a:custGeom>
            <a:avLst/>
            <a:gdLst>
              <a:gd name="connsiteX0" fmla="*/ 0 w 1718896"/>
              <a:gd name="connsiteY0" fmla="*/ 0 h 35810"/>
              <a:gd name="connsiteX1" fmla="*/ 1718897 w 1718896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18896" h="35810">
                <a:moveTo>
                  <a:pt x="0" y="0"/>
                </a:moveTo>
                <a:lnTo>
                  <a:pt x="1718897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4109F32-1051-473F-BF8C-3EA0CEAB5043}"/>
              </a:ext>
            </a:extLst>
          </p:cNvPr>
          <p:cNvSpPr/>
          <p:nvPr/>
        </p:nvSpPr>
        <p:spPr>
          <a:xfrm>
            <a:off x="7376952" y="4506587"/>
            <a:ext cx="2864828" cy="35810"/>
          </a:xfrm>
          <a:custGeom>
            <a:avLst/>
            <a:gdLst>
              <a:gd name="connsiteX0" fmla="*/ 0 w 2864828"/>
              <a:gd name="connsiteY0" fmla="*/ 0 h 35810"/>
              <a:gd name="connsiteX1" fmla="*/ 2864828 w 2864828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64828" h="35810">
                <a:moveTo>
                  <a:pt x="0" y="0"/>
                </a:moveTo>
                <a:lnTo>
                  <a:pt x="2864828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1933241-3746-4EC0-8998-EDFBC48EBAD9}"/>
              </a:ext>
            </a:extLst>
          </p:cNvPr>
          <p:cNvSpPr/>
          <p:nvPr/>
        </p:nvSpPr>
        <p:spPr>
          <a:xfrm>
            <a:off x="10814746" y="4506587"/>
            <a:ext cx="1145931" cy="35810"/>
          </a:xfrm>
          <a:custGeom>
            <a:avLst/>
            <a:gdLst>
              <a:gd name="connsiteX0" fmla="*/ 0 w 1145931"/>
              <a:gd name="connsiteY0" fmla="*/ 0 h 35810"/>
              <a:gd name="connsiteX1" fmla="*/ 1145931 w 1145931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45931" h="35810">
                <a:moveTo>
                  <a:pt x="0" y="0"/>
                </a:moveTo>
                <a:lnTo>
                  <a:pt x="1145931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57D277B8-C51C-42AB-B85C-C4B61EC80E5C}"/>
              </a:ext>
            </a:extLst>
          </p:cNvPr>
          <p:cNvSpPr/>
          <p:nvPr/>
        </p:nvSpPr>
        <p:spPr>
          <a:xfrm>
            <a:off x="501364" y="5079552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CEF352A3-D13B-4F08-A312-E1EE52403C18}"/>
              </a:ext>
            </a:extLst>
          </p:cNvPr>
          <p:cNvSpPr/>
          <p:nvPr/>
        </p:nvSpPr>
        <p:spPr>
          <a:xfrm>
            <a:off x="3366192" y="5079552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59EE13A-681A-4423-9240-7BB078501C1C}"/>
              </a:ext>
            </a:extLst>
          </p:cNvPr>
          <p:cNvSpPr/>
          <p:nvPr/>
        </p:nvSpPr>
        <p:spPr>
          <a:xfrm>
            <a:off x="5658055" y="5079552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9AE2207-C82F-48E8-8D3C-B387A8AB655B}"/>
              </a:ext>
            </a:extLst>
          </p:cNvPr>
          <p:cNvSpPr/>
          <p:nvPr/>
        </p:nvSpPr>
        <p:spPr>
          <a:xfrm>
            <a:off x="7949917" y="5079552"/>
            <a:ext cx="1718896" cy="35810"/>
          </a:xfrm>
          <a:custGeom>
            <a:avLst/>
            <a:gdLst>
              <a:gd name="connsiteX0" fmla="*/ 0 w 1718896"/>
              <a:gd name="connsiteY0" fmla="*/ 0 h 35810"/>
              <a:gd name="connsiteX1" fmla="*/ 1718897 w 1718896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18896" h="35810">
                <a:moveTo>
                  <a:pt x="0" y="0"/>
                </a:moveTo>
                <a:lnTo>
                  <a:pt x="1718897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C03ABDAD-1281-4043-892A-5919A9ECB0EA}"/>
              </a:ext>
            </a:extLst>
          </p:cNvPr>
          <p:cNvSpPr/>
          <p:nvPr/>
        </p:nvSpPr>
        <p:spPr>
          <a:xfrm>
            <a:off x="10814746" y="5079552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C24D736D-E9C6-46D6-AB06-0D0A50024C47}"/>
              </a:ext>
            </a:extLst>
          </p:cNvPr>
          <p:cNvSpPr/>
          <p:nvPr/>
        </p:nvSpPr>
        <p:spPr>
          <a:xfrm>
            <a:off x="1074330" y="5652518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03DEC33-4565-41A1-9FDB-358D9BB7D371}"/>
              </a:ext>
            </a:extLst>
          </p:cNvPr>
          <p:cNvSpPr/>
          <p:nvPr/>
        </p:nvSpPr>
        <p:spPr>
          <a:xfrm>
            <a:off x="2793227" y="5652518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0166E24F-2D10-46BA-AD1B-718F6180CD54}"/>
              </a:ext>
            </a:extLst>
          </p:cNvPr>
          <p:cNvSpPr/>
          <p:nvPr/>
        </p:nvSpPr>
        <p:spPr>
          <a:xfrm>
            <a:off x="3939158" y="5652518"/>
            <a:ext cx="1718896" cy="35810"/>
          </a:xfrm>
          <a:custGeom>
            <a:avLst/>
            <a:gdLst>
              <a:gd name="connsiteX0" fmla="*/ 0 w 1718896"/>
              <a:gd name="connsiteY0" fmla="*/ 0 h 35810"/>
              <a:gd name="connsiteX1" fmla="*/ 1718897 w 1718896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18896" h="35810">
                <a:moveTo>
                  <a:pt x="0" y="0"/>
                </a:moveTo>
                <a:lnTo>
                  <a:pt x="1718897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73BCD11D-9714-478E-A084-69117B2B7A6C}"/>
              </a:ext>
            </a:extLst>
          </p:cNvPr>
          <p:cNvSpPr/>
          <p:nvPr/>
        </p:nvSpPr>
        <p:spPr>
          <a:xfrm>
            <a:off x="6231021" y="5652518"/>
            <a:ext cx="2291862" cy="35810"/>
          </a:xfrm>
          <a:custGeom>
            <a:avLst/>
            <a:gdLst>
              <a:gd name="connsiteX0" fmla="*/ 0 w 2291862"/>
              <a:gd name="connsiteY0" fmla="*/ 0 h 35810"/>
              <a:gd name="connsiteX1" fmla="*/ 2291863 w 2291862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91862" h="35810">
                <a:moveTo>
                  <a:pt x="0" y="0"/>
                </a:moveTo>
                <a:lnTo>
                  <a:pt x="2291863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39D26678-9106-48BD-8381-775C0D47B81D}"/>
              </a:ext>
            </a:extLst>
          </p:cNvPr>
          <p:cNvSpPr/>
          <p:nvPr/>
        </p:nvSpPr>
        <p:spPr>
          <a:xfrm>
            <a:off x="10241780" y="5652518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B971500C-B5C4-4E52-9617-94A21F8B829C}"/>
              </a:ext>
            </a:extLst>
          </p:cNvPr>
          <p:cNvSpPr/>
          <p:nvPr/>
        </p:nvSpPr>
        <p:spPr>
          <a:xfrm>
            <a:off x="11387711" y="5652518"/>
            <a:ext cx="572965" cy="35810"/>
          </a:xfrm>
          <a:custGeom>
            <a:avLst/>
            <a:gdLst>
              <a:gd name="connsiteX0" fmla="*/ 0 w 572965"/>
              <a:gd name="connsiteY0" fmla="*/ 0 h 35810"/>
              <a:gd name="connsiteX1" fmla="*/ 572966 w 572965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" h="35810">
                <a:moveTo>
                  <a:pt x="0" y="0"/>
                </a:moveTo>
                <a:lnTo>
                  <a:pt x="572966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BACDAAC6-33E4-4E3B-BC44-D7E0E41BD12C}"/>
              </a:ext>
            </a:extLst>
          </p:cNvPr>
          <p:cNvSpPr/>
          <p:nvPr/>
        </p:nvSpPr>
        <p:spPr>
          <a:xfrm>
            <a:off x="501364" y="6225484"/>
            <a:ext cx="5729656" cy="35810"/>
          </a:xfrm>
          <a:custGeom>
            <a:avLst/>
            <a:gdLst>
              <a:gd name="connsiteX0" fmla="*/ 0 w 5729656"/>
              <a:gd name="connsiteY0" fmla="*/ 0 h 35810"/>
              <a:gd name="connsiteX1" fmla="*/ 5729657 w 5729656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29656" h="35810">
                <a:moveTo>
                  <a:pt x="0" y="0"/>
                </a:moveTo>
                <a:lnTo>
                  <a:pt x="5729657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B9D5FB11-F407-4D32-B5D0-647521FD33A5}"/>
              </a:ext>
            </a:extLst>
          </p:cNvPr>
          <p:cNvSpPr/>
          <p:nvPr/>
        </p:nvSpPr>
        <p:spPr>
          <a:xfrm>
            <a:off x="6803986" y="6225484"/>
            <a:ext cx="5156690" cy="35810"/>
          </a:xfrm>
          <a:custGeom>
            <a:avLst/>
            <a:gdLst>
              <a:gd name="connsiteX0" fmla="*/ 0 w 5156690"/>
              <a:gd name="connsiteY0" fmla="*/ 0 h 35810"/>
              <a:gd name="connsiteX1" fmla="*/ 5156691 w 5156690"/>
              <a:gd name="connsiteY1" fmla="*/ 0 h 3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56690" h="35810">
                <a:moveTo>
                  <a:pt x="0" y="0"/>
                </a:moveTo>
                <a:lnTo>
                  <a:pt x="5156691" y="0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417CC87A-50C4-4F2C-B37D-E4C83FB911A5}"/>
              </a:ext>
            </a:extLst>
          </p:cNvPr>
          <p:cNvSpPr/>
          <p:nvPr/>
        </p:nvSpPr>
        <p:spPr>
          <a:xfrm>
            <a:off x="501364" y="495827"/>
            <a:ext cx="35810" cy="5729656"/>
          </a:xfrm>
          <a:custGeom>
            <a:avLst/>
            <a:gdLst>
              <a:gd name="connsiteX0" fmla="*/ 0 w 35810"/>
              <a:gd name="connsiteY0" fmla="*/ 0 h 5729656"/>
              <a:gd name="connsiteX1" fmla="*/ 0 w 35810"/>
              <a:gd name="connsiteY1" fmla="*/ 5729657 h 5729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6">
                <a:moveTo>
                  <a:pt x="0" y="0"/>
                </a:moveTo>
                <a:lnTo>
                  <a:pt x="0" y="5729657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3593F629-FDB4-40F8-B6D8-96FDF661A2F0}"/>
              </a:ext>
            </a:extLst>
          </p:cNvPr>
          <p:cNvSpPr/>
          <p:nvPr/>
        </p:nvSpPr>
        <p:spPr>
          <a:xfrm>
            <a:off x="1074330" y="1641759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9AFCAE4F-1B0E-4DF4-A48B-D6C3395A50B9}"/>
              </a:ext>
            </a:extLst>
          </p:cNvPr>
          <p:cNvSpPr/>
          <p:nvPr/>
        </p:nvSpPr>
        <p:spPr>
          <a:xfrm>
            <a:off x="1074330" y="3360656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256FFB51-452F-4954-96A2-42D65328561B}"/>
              </a:ext>
            </a:extLst>
          </p:cNvPr>
          <p:cNvSpPr/>
          <p:nvPr/>
        </p:nvSpPr>
        <p:spPr>
          <a:xfrm>
            <a:off x="1647295" y="495827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784974CB-C79A-4A20-89E2-778364DA8B90}"/>
              </a:ext>
            </a:extLst>
          </p:cNvPr>
          <p:cNvSpPr/>
          <p:nvPr/>
        </p:nvSpPr>
        <p:spPr>
          <a:xfrm>
            <a:off x="1647295" y="3360656"/>
            <a:ext cx="35810" cy="2291862"/>
          </a:xfrm>
          <a:custGeom>
            <a:avLst/>
            <a:gdLst>
              <a:gd name="connsiteX0" fmla="*/ 0 w 35810"/>
              <a:gd name="connsiteY0" fmla="*/ 0 h 2291862"/>
              <a:gd name="connsiteX1" fmla="*/ 0 w 35810"/>
              <a:gd name="connsiteY1" fmla="*/ 2291863 h 229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2291862">
                <a:moveTo>
                  <a:pt x="0" y="0"/>
                </a:moveTo>
                <a:lnTo>
                  <a:pt x="0" y="2291863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9F8A73C9-D0B3-4F7F-9223-64A2CCC5ECF2}"/>
              </a:ext>
            </a:extLst>
          </p:cNvPr>
          <p:cNvSpPr/>
          <p:nvPr/>
        </p:nvSpPr>
        <p:spPr>
          <a:xfrm>
            <a:off x="2220261" y="1068793"/>
            <a:ext cx="35810" cy="1718896"/>
          </a:xfrm>
          <a:custGeom>
            <a:avLst/>
            <a:gdLst>
              <a:gd name="connsiteX0" fmla="*/ 0 w 35810"/>
              <a:gd name="connsiteY0" fmla="*/ 0 h 1718896"/>
              <a:gd name="connsiteX1" fmla="*/ 0 w 35810"/>
              <a:gd name="connsiteY1" fmla="*/ 1718897 h 171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1718896">
                <a:moveTo>
                  <a:pt x="0" y="0"/>
                </a:moveTo>
                <a:lnTo>
                  <a:pt x="0" y="1718897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11EC3CB5-61F4-45BF-9EEF-FBC9C657E591}"/>
              </a:ext>
            </a:extLst>
          </p:cNvPr>
          <p:cNvSpPr/>
          <p:nvPr/>
        </p:nvSpPr>
        <p:spPr>
          <a:xfrm>
            <a:off x="2220261" y="3933621"/>
            <a:ext cx="35810" cy="2291862"/>
          </a:xfrm>
          <a:custGeom>
            <a:avLst/>
            <a:gdLst>
              <a:gd name="connsiteX0" fmla="*/ 0 w 35810"/>
              <a:gd name="connsiteY0" fmla="*/ 0 h 2291862"/>
              <a:gd name="connsiteX1" fmla="*/ 0 w 35810"/>
              <a:gd name="connsiteY1" fmla="*/ 2291863 h 229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2291862">
                <a:moveTo>
                  <a:pt x="0" y="0"/>
                </a:moveTo>
                <a:lnTo>
                  <a:pt x="0" y="2291863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5ED6EA65-AFFB-46CD-B197-161B5065DA29}"/>
              </a:ext>
            </a:extLst>
          </p:cNvPr>
          <p:cNvSpPr/>
          <p:nvPr/>
        </p:nvSpPr>
        <p:spPr>
          <a:xfrm>
            <a:off x="2793227" y="495827"/>
            <a:ext cx="35810" cy="1145931"/>
          </a:xfrm>
          <a:custGeom>
            <a:avLst/>
            <a:gdLst>
              <a:gd name="connsiteX0" fmla="*/ 0 w 35810"/>
              <a:gd name="connsiteY0" fmla="*/ 0 h 1145931"/>
              <a:gd name="connsiteX1" fmla="*/ 0 w 35810"/>
              <a:gd name="connsiteY1" fmla="*/ 1145931 h 114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1145931">
                <a:moveTo>
                  <a:pt x="0" y="0"/>
                </a:moveTo>
                <a:lnTo>
                  <a:pt x="0" y="1145931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675E0A22-DC46-4EA4-8D75-1EAA0F736FAA}"/>
              </a:ext>
            </a:extLst>
          </p:cNvPr>
          <p:cNvSpPr/>
          <p:nvPr/>
        </p:nvSpPr>
        <p:spPr>
          <a:xfrm>
            <a:off x="2793227" y="2214724"/>
            <a:ext cx="35810" cy="1718896"/>
          </a:xfrm>
          <a:custGeom>
            <a:avLst/>
            <a:gdLst>
              <a:gd name="connsiteX0" fmla="*/ 0 w 35810"/>
              <a:gd name="connsiteY0" fmla="*/ 0 h 1718896"/>
              <a:gd name="connsiteX1" fmla="*/ 0 w 35810"/>
              <a:gd name="connsiteY1" fmla="*/ 1718897 h 171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1718896">
                <a:moveTo>
                  <a:pt x="0" y="0"/>
                </a:moveTo>
                <a:lnTo>
                  <a:pt x="0" y="1718897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2900A51A-FC01-4C60-B876-4CBB1362E1B8}"/>
              </a:ext>
            </a:extLst>
          </p:cNvPr>
          <p:cNvSpPr/>
          <p:nvPr/>
        </p:nvSpPr>
        <p:spPr>
          <a:xfrm>
            <a:off x="2793227" y="4506587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C89A22A-A9BD-4501-A95F-1A11E9A8AE6C}"/>
              </a:ext>
            </a:extLst>
          </p:cNvPr>
          <p:cNvSpPr/>
          <p:nvPr/>
        </p:nvSpPr>
        <p:spPr>
          <a:xfrm>
            <a:off x="3366192" y="2787690"/>
            <a:ext cx="35810" cy="1718896"/>
          </a:xfrm>
          <a:custGeom>
            <a:avLst/>
            <a:gdLst>
              <a:gd name="connsiteX0" fmla="*/ 0 w 35810"/>
              <a:gd name="connsiteY0" fmla="*/ 0 h 1718896"/>
              <a:gd name="connsiteX1" fmla="*/ 0 w 35810"/>
              <a:gd name="connsiteY1" fmla="*/ 1718897 h 171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1718896">
                <a:moveTo>
                  <a:pt x="0" y="0"/>
                </a:moveTo>
                <a:lnTo>
                  <a:pt x="0" y="1718897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E553BBB7-FD91-4BA1-A433-41C635DB2D74}"/>
              </a:ext>
            </a:extLst>
          </p:cNvPr>
          <p:cNvSpPr/>
          <p:nvPr/>
        </p:nvSpPr>
        <p:spPr>
          <a:xfrm>
            <a:off x="3366192" y="5079552"/>
            <a:ext cx="35810" cy="1145931"/>
          </a:xfrm>
          <a:custGeom>
            <a:avLst/>
            <a:gdLst>
              <a:gd name="connsiteX0" fmla="*/ 0 w 35810"/>
              <a:gd name="connsiteY0" fmla="*/ 0 h 1145931"/>
              <a:gd name="connsiteX1" fmla="*/ 0 w 35810"/>
              <a:gd name="connsiteY1" fmla="*/ 1145931 h 114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1145931">
                <a:moveTo>
                  <a:pt x="0" y="0"/>
                </a:moveTo>
                <a:lnTo>
                  <a:pt x="0" y="1145931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7AAAAC54-DE6E-4719-B73D-2BF666160575}"/>
              </a:ext>
            </a:extLst>
          </p:cNvPr>
          <p:cNvSpPr/>
          <p:nvPr/>
        </p:nvSpPr>
        <p:spPr>
          <a:xfrm>
            <a:off x="3939158" y="3360656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1DCF1617-7698-4DDE-B8AB-69B423AB7DA5}"/>
              </a:ext>
            </a:extLst>
          </p:cNvPr>
          <p:cNvSpPr/>
          <p:nvPr/>
        </p:nvSpPr>
        <p:spPr>
          <a:xfrm>
            <a:off x="3939158" y="4506587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4F7ABD29-C5B0-44A8-B516-57157CD15587}"/>
              </a:ext>
            </a:extLst>
          </p:cNvPr>
          <p:cNvSpPr/>
          <p:nvPr/>
        </p:nvSpPr>
        <p:spPr>
          <a:xfrm>
            <a:off x="4512124" y="495827"/>
            <a:ext cx="35810" cy="2291862"/>
          </a:xfrm>
          <a:custGeom>
            <a:avLst/>
            <a:gdLst>
              <a:gd name="connsiteX0" fmla="*/ 0 w 35810"/>
              <a:gd name="connsiteY0" fmla="*/ 0 h 2291862"/>
              <a:gd name="connsiteX1" fmla="*/ 0 w 35810"/>
              <a:gd name="connsiteY1" fmla="*/ 2291863 h 229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2291862">
                <a:moveTo>
                  <a:pt x="0" y="0"/>
                </a:moveTo>
                <a:lnTo>
                  <a:pt x="0" y="2291863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97A41E97-DC92-4BCD-94B1-A6C1E00AEC77}"/>
              </a:ext>
            </a:extLst>
          </p:cNvPr>
          <p:cNvSpPr/>
          <p:nvPr/>
        </p:nvSpPr>
        <p:spPr>
          <a:xfrm>
            <a:off x="4512124" y="5079552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CB0EC953-5E28-4447-BB70-B221AE18EFB9}"/>
              </a:ext>
            </a:extLst>
          </p:cNvPr>
          <p:cNvSpPr/>
          <p:nvPr/>
        </p:nvSpPr>
        <p:spPr>
          <a:xfrm>
            <a:off x="5085089" y="1641759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A4B7B15A-27AE-48D7-BE64-28D36A0068A7}"/>
              </a:ext>
            </a:extLst>
          </p:cNvPr>
          <p:cNvSpPr/>
          <p:nvPr/>
        </p:nvSpPr>
        <p:spPr>
          <a:xfrm>
            <a:off x="5085089" y="3360656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7C7CDB32-73A9-4189-B090-D914E6F6E448}"/>
              </a:ext>
            </a:extLst>
          </p:cNvPr>
          <p:cNvSpPr/>
          <p:nvPr/>
        </p:nvSpPr>
        <p:spPr>
          <a:xfrm>
            <a:off x="5085089" y="4506587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418973B6-DBFA-4BE0-A5EA-32271102F718}"/>
              </a:ext>
            </a:extLst>
          </p:cNvPr>
          <p:cNvSpPr/>
          <p:nvPr/>
        </p:nvSpPr>
        <p:spPr>
          <a:xfrm>
            <a:off x="5658055" y="1068793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531525DA-EE3C-45BA-B211-08BF5D8385FC}"/>
              </a:ext>
            </a:extLst>
          </p:cNvPr>
          <p:cNvSpPr/>
          <p:nvPr/>
        </p:nvSpPr>
        <p:spPr>
          <a:xfrm>
            <a:off x="5658055" y="3933621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BE329972-6F08-444A-86C6-27119A46743B}"/>
              </a:ext>
            </a:extLst>
          </p:cNvPr>
          <p:cNvSpPr/>
          <p:nvPr/>
        </p:nvSpPr>
        <p:spPr>
          <a:xfrm>
            <a:off x="5658055" y="5079552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5BBF0643-E3A7-4169-B329-863673AD7B86}"/>
              </a:ext>
            </a:extLst>
          </p:cNvPr>
          <p:cNvSpPr/>
          <p:nvPr/>
        </p:nvSpPr>
        <p:spPr>
          <a:xfrm>
            <a:off x="6231021" y="495827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24EF898F-87A8-4F46-9029-56DB4314DB9F}"/>
              </a:ext>
            </a:extLst>
          </p:cNvPr>
          <p:cNvSpPr/>
          <p:nvPr/>
        </p:nvSpPr>
        <p:spPr>
          <a:xfrm>
            <a:off x="6231021" y="1641759"/>
            <a:ext cx="35810" cy="1145931"/>
          </a:xfrm>
          <a:custGeom>
            <a:avLst/>
            <a:gdLst>
              <a:gd name="connsiteX0" fmla="*/ 0 w 35810"/>
              <a:gd name="connsiteY0" fmla="*/ 0 h 1145931"/>
              <a:gd name="connsiteX1" fmla="*/ 0 w 35810"/>
              <a:gd name="connsiteY1" fmla="*/ 1145931 h 114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1145931">
                <a:moveTo>
                  <a:pt x="0" y="0"/>
                </a:moveTo>
                <a:lnTo>
                  <a:pt x="0" y="1145931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7C5E0106-7699-444C-B7DF-6815E3CA12DC}"/>
              </a:ext>
            </a:extLst>
          </p:cNvPr>
          <p:cNvSpPr/>
          <p:nvPr/>
        </p:nvSpPr>
        <p:spPr>
          <a:xfrm>
            <a:off x="6231021" y="3360656"/>
            <a:ext cx="35810" cy="1718896"/>
          </a:xfrm>
          <a:custGeom>
            <a:avLst/>
            <a:gdLst>
              <a:gd name="connsiteX0" fmla="*/ 0 w 35810"/>
              <a:gd name="connsiteY0" fmla="*/ 0 h 1718896"/>
              <a:gd name="connsiteX1" fmla="*/ 0 w 35810"/>
              <a:gd name="connsiteY1" fmla="*/ 1718897 h 171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1718896">
                <a:moveTo>
                  <a:pt x="0" y="0"/>
                </a:moveTo>
                <a:lnTo>
                  <a:pt x="0" y="1718897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B8DE6AEF-08AC-4CBF-B271-09ABBB67D680}"/>
              </a:ext>
            </a:extLst>
          </p:cNvPr>
          <p:cNvSpPr/>
          <p:nvPr/>
        </p:nvSpPr>
        <p:spPr>
          <a:xfrm>
            <a:off x="6231021" y="5652518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4BDC9D8-21C7-4A10-BABA-D5FC811DBE74}"/>
              </a:ext>
            </a:extLst>
          </p:cNvPr>
          <p:cNvSpPr/>
          <p:nvPr/>
        </p:nvSpPr>
        <p:spPr>
          <a:xfrm>
            <a:off x="6803986" y="495827"/>
            <a:ext cx="35810" cy="1145931"/>
          </a:xfrm>
          <a:custGeom>
            <a:avLst/>
            <a:gdLst>
              <a:gd name="connsiteX0" fmla="*/ 0 w 35810"/>
              <a:gd name="connsiteY0" fmla="*/ 0 h 1145931"/>
              <a:gd name="connsiteX1" fmla="*/ 0 w 35810"/>
              <a:gd name="connsiteY1" fmla="*/ 1145931 h 114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1145931">
                <a:moveTo>
                  <a:pt x="0" y="0"/>
                </a:moveTo>
                <a:lnTo>
                  <a:pt x="0" y="1145931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2D756B54-15F7-4912-BAFA-43F07728ACFE}"/>
              </a:ext>
            </a:extLst>
          </p:cNvPr>
          <p:cNvSpPr/>
          <p:nvPr/>
        </p:nvSpPr>
        <p:spPr>
          <a:xfrm>
            <a:off x="6803986" y="2787690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7A18E52C-E6FF-43CF-B1DD-39743581A040}"/>
              </a:ext>
            </a:extLst>
          </p:cNvPr>
          <p:cNvSpPr/>
          <p:nvPr/>
        </p:nvSpPr>
        <p:spPr>
          <a:xfrm>
            <a:off x="6803986" y="4506587"/>
            <a:ext cx="35810" cy="1145931"/>
          </a:xfrm>
          <a:custGeom>
            <a:avLst/>
            <a:gdLst>
              <a:gd name="connsiteX0" fmla="*/ 0 w 35810"/>
              <a:gd name="connsiteY0" fmla="*/ 0 h 1145931"/>
              <a:gd name="connsiteX1" fmla="*/ 0 w 35810"/>
              <a:gd name="connsiteY1" fmla="*/ 1145931 h 114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1145931">
                <a:moveTo>
                  <a:pt x="0" y="0"/>
                </a:moveTo>
                <a:lnTo>
                  <a:pt x="0" y="1145931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DCE59159-08A5-45B0-B63E-5D6732557F9E}"/>
              </a:ext>
            </a:extLst>
          </p:cNvPr>
          <p:cNvSpPr/>
          <p:nvPr/>
        </p:nvSpPr>
        <p:spPr>
          <a:xfrm>
            <a:off x="7376952" y="1068793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0B907C82-4503-47DB-9C0C-5CD2F1874E5B}"/>
              </a:ext>
            </a:extLst>
          </p:cNvPr>
          <p:cNvSpPr/>
          <p:nvPr/>
        </p:nvSpPr>
        <p:spPr>
          <a:xfrm>
            <a:off x="7376951" y="2214725"/>
            <a:ext cx="197557" cy="1683086"/>
          </a:xfrm>
          <a:custGeom>
            <a:avLst/>
            <a:gdLst>
              <a:gd name="connsiteX0" fmla="*/ 0 w 35810"/>
              <a:gd name="connsiteY0" fmla="*/ 0 h 3437793"/>
              <a:gd name="connsiteX1" fmla="*/ 0 w 35810"/>
              <a:gd name="connsiteY1" fmla="*/ 3437794 h 3437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3437793">
                <a:moveTo>
                  <a:pt x="0" y="0"/>
                </a:moveTo>
                <a:lnTo>
                  <a:pt x="0" y="3437794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CBF5C563-FFF6-4F8B-88EF-C18EE263C348}"/>
              </a:ext>
            </a:extLst>
          </p:cNvPr>
          <p:cNvSpPr/>
          <p:nvPr/>
        </p:nvSpPr>
        <p:spPr>
          <a:xfrm>
            <a:off x="7949917" y="495827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9AB9EF98-9B67-4FE6-9F4F-18FE23AB1BCE}"/>
              </a:ext>
            </a:extLst>
          </p:cNvPr>
          <p:cNvSpPr/>
          <p:nvPr/>
        </p:nvSpPr>
        <p:spPr>
          <a:xfrm>
            <a:off x="7949917" y="1641759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2E512923-C403-4B1D-9447-CE69769FBF87}"/>
              </a:ext>
            </a:extLst>
          </p:cNvPr>
          <p:cNvSpPr/>
          <p:nvPr/>
        </p:nvSpPr>
        <p:spPr>
          <a:xfrm>
            <a:off x="8522883" y="1068793"/>
            <a:ext cx="35810" cy="1718896"/>
          </a:xfrm>
          <a:custGeom>
            <a:avLst/>
            <a:gdLst>
              <a:gd name="connsiteX0" fmla="*/ 0 w 35810"/>
              <a:gd name="connsiteY0" fmla="*/ 0 h 1718896"/>
              <a:gd name="connsiteX1" fmla="*/ 0 w 35810"/>
              <a:gd name="connsiteY1" fmla="*/ 1718897 h 171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1718896">
                <a:moveTo>
                  <a:pt x="0" y="0"/>
                </a:moveTo>
                <a:lnTo>
                  <a:pt x="0" y="1718897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E50199FC-7790-4CCD-BDE0-45DB0486BDE6}"/>
              </a:ext>
            </a:extLst>
          </p:cNvPr>
          <p:cNvSpPr/>
          <p:nvPr/>
        </p:nvSpPr>
        <p:spPr>
          <a:xfrm>
            <a:off x="8522883" y="3360656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FBB0BB89-392A-4565-A374-ADB9CE63FE7E}"/>
              </a:ext>
            </a:extLst>
          </p:cNvPr>
          <p:cNvSpPr/>
          <p:nvPr/>
        </p:nvSpPr>
        <p:spPr>
          <a:xfrm>
            <a:off x="9095849" y="1068793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D971A429-EF80-4A1A-88B3-82196F1FCB40}"/>
              </a:ext>
            </a:extLst>
          </p:cNvPr>
          <p:cNvSpPr/>
          <p:nvPr/>
        </p:nvSpPr>
        <p:spPr>
          <a:xfrm>
            <a:off x="9095849" y="2787690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25B62515-9DA7-4D27-8A03-B1AB8BC0220B}"/>
              </a:ext>
            </a:extLst>
          </p:cNvPr>
          <p:cNvSpPr/>
          <p:nvPr/>
        </p:nvSpPr>
        <p:spPr>
          <a:xfrm>
            <a:off x="9095849" y="5079552"/>
            <a:ext cx="35810" cy="1145931"/>
          </a:xfrm>
          <a:custGeom>
            <a:avLst/>
            <a:gdLst>
              <a:gd name="connsiteX0" fmla="*/ 0 w 35810"/>
              <a:gd name="connsiteY0" fmla="*/ 0 h 1145931"/>
              <a:gd name="connsiteX1" fmla="*/ 0 w 35810"/>
              <a:gd name="connsiteY1" fmla="*/ 1145931 h 114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1145931">
                <a:moveTo>
                  <a:pt x="0" y="0"/>
                </a:moveTo>
                <a:lnTo>
                  <a:pt x="0" y="1145931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F5122298-4090-4EAC-9502-783E191614CD}"/>
              </a:ext>
            </a:extLst>
          </p:cNvPr>
          <p:cNvSpPr/>
          <p:nvPr/>
        </p:nvSpPr>
        <p:spPr>
          <a:xfrm>
            <a:off x="9668814" y="1068793"/>
            <a:ext cx="35810" cy="1718896"/>
          </a:xfrm>
          <a:custGeom>
            <a:avLst/>
            <a:gdLst>
              <a:gd name="connsiteX0" fmla="*/ 0 w 35810"/>
              <a:gd name="connsiteY0" fmla="*/ 0 h 1718896"/>
              <a:gd name="connsiteX1" fmla="*/ 0 w 35810"/>
              <a:gd name="connsiteY1" fmla="*/ 1718897 h 171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1718896">
                <a:moveTo>
                  <a:pt x="0" y="0"/>
                </a:moveTo>
                <a:lnTo>
                  <a:pt x="0" y="1718897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2B079F18-A43A-4AB6-9BE6-991154D40D73}"/>
              </a:ext>
            </a:extLst>
          </p:cNvPr>
          <p:cNvSpPr/>
          <p:nvPr/>
        </p:nvSpPr>
        <p:spPr>
          <a:xfrm>
            <a:off x="9668814" y="3360656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F4CC406C-5C71-45E3-ABCA-510B738B6113}"/>
              </a:ext>
            </a:extLst>
          </p:cNvPr>
          <p:cNvSpPr/>
          <p:nvPr/>
        </p:nvSpPr>
        <p:spPr>
          <a:xfrm>
            <a:off x="9668814" y="5079552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714B3EAC-C6B1-4E6A-873C-A05353C5A719}"/>
              </a:ext>
            </a:extLst>
          </p:cNvPr>
          <p:cNvSpPr/>
          <p:nvPr/>
        </p:nvSpPr>
        <p:spPr>
          <a:xfrm>
            <a:off x="10241780" y="495827"/>
            <a:ext cx="35810" cy="1145931"/>
          </a:xfrm>
          <a:custGeom>
            <a:avLst/>
            <a:gdLst>
              <a:gd name="connsiteX0" fmla="*/ 0 w 35810"/>
              <a:gd name="connsiteY0" fmla="*/ 0 h 1145931"/>
              <a:gd name="connsiteX1" fmla="*/ 0 w 35810"/>
              <a:gd name="connsiteY1" fmla="*/ 1145931 h 114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1145931">
                <a:moveTo>
                  <a:pt x="0" y="0"/>
                </a:moveTo>
                <a:lnTo>
                  <a:pt x="0" y="1145931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354C52AD-BB19-4D62-A03E-588467AD05F9}"/>
              </a:ext>
            </a:extLst>
          </p:cNvPr>
          <p:cNvSpPr/>
          <p:nvPr/>
        </p:nvSpPr>
        <p:spPr>
          <a:xfrm>
            <a:off x="10241780" y="2787690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1859F897-0344-4F1F-9538-51CF4E748CD0}"/>
              </a:ext>
            </a:extLst>
          </p:cNvPr>
          <p:cNvSpPr/>
          <p:nvPr/>
        </p:nvSpPr>
        <p:spPr>
          <a:xfrm>
            <a:off x="10241780" y="3933621"/>
            <a:ext cx="35810" cy="1145931"/>
          </a:xfrm>
          <a:custGeom>
            <a:avLst/>
            <a:gdLst>
              <a:gd name="connsiteX0" fmla="*/ 0 w 35810"/>
              <a:gd name="connsiteY0" fmla="*/ 0 h 1145931"/>
              <a:gd name="connsiteX1" fmla="*/ 0 w 35810"/>
              <a:gd name="connsiteY1" fmla="*/ 1145931 h 114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1145931">
                <a:moveTo>
                  <a:pt x="0" y="0"/>
                </a:moveTo>
                <a:lnTo>
                  <a:pt x="0" y="1145931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2654D62F-D593-4A8E-8D0C-9B455D96EE07}"/>
              </a:ext>
            </a:extLst>
          </p:cNvPr>
          <p:cNvSpPr/>
          <p:nvPr/>
        </p:nvSpPr>
        <p:spPr>
          <a:xfrm>
            <a:off x="10814746" y="495827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1C376A4B-49BD-4B3A-B52F-E9B31B4B3893}"/>
              </a:ext>
            </a:extLst>
          </p:cNvPr>
          <p:cNvSpPr/>
          <p:nvPr/>
        </p:nvSpPr>
        <p:spPr>
          <a:xfrm>
            <a:off x="10814746" y="4506587"/>
            <a:ext cx="35810" cy="1145931"/>
          </a:xfrm>
          <a:custGeom>
            <a:avLst/>
            <a:gdLst>
              <a:gd name="connsiteX0" fmla="*/ 0 w 35810"/>
              <a:gd name="connsiteY0" fmla="*/ 0 h 1145931"/>
              <a:gd name="connsiteX1" fmla="*/ 0 w 35810"/>
              <a:gd name="connsiteY1" fmla="*/ 1145931 h 114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1145931">
                <a:moveTo>
                  <a:pt x="0" y="0"/>
                </a:moveTo>
                <a:lnTo>
                  <a:pt x="0" y="1145931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ABA06262-A313-4FF4-9723-295F46545374}"/>
              </a:ext>
            </a:extLst>
          </p:cNvPr>
          <p:cNvSpPr/>
          <p:nvPr/>
        </p:nvSpPr>
        <p:spPr>
          <a:xfrm>
            <a:off x="11387711" y="1068793"/>
            <a:ext cx="35810" cy="1145931"/>
          </a:xfrm>
          <a:custGeom>
            <a:avLst/>
            <a:gdLst>
              <a:gd name="connsiteX0" fmla="*/ 0 w 35810"/>
              <a:gd name="connsiteY0" fmla="*/ 0 h 1145931"/>
              <a:gd name="connsiteX1" fmla="*/ 0 w 35810"/>
              <a:gd name="connsiteY1" fmla="*/ 1145931 h 114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1145931">
                <a:moveTo>
                  <a:pt x="0" y="0"/>
                </a:moveTo>
                <a:lnTo>
                  <a:pt x="0" y="1145931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2A3450F6-E3C2-4A7B-8A8D-8FBC2CE90150}"/>
              </a:ext>
            </a:extLst>
          </p:cNvPr>
          <p:cNvSpPr/>
          <p:nvPr/>
        </p:nvSpPr>
        <p:spPr>
          <a:xfrm>
            <a:off x="11387711" y="3360656"/>
            <a:ext cx="35810" cy="572965"/>
          </a:xfrm>
          <a:custGeom>
            <a:avLst/>
            <a:gdLst>
              <a:gd name="connsiteX0" fmla="*/ 0 w 35810"/>
              <a:gd name="connsiteY0" fmla="*/ 0 h 572965"/>
              <a:gd name="connsiteX1" fmla="*/ 0 w 35810"/>
              <a:gd name="connsiteY1" fmla="*/ 572966 h 572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">
                <a:moveTo>
                  <a:pt x="0" y="0"/>
                </a:moveTo>
                <a:lnTo>
                  <a:pt x="0" y="572966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82F0D9F1-20C8-44E0-BD42-0A07B13F0845}"/>
              </a:ext>
            </a:extLst>
          </p:cNvPr>
          <p:cNvSpPr/>
          <p:nvPr/>
        </p:nvSpPr>
        <p:spPr>
          <a:xfrm>
            <a:off x="11960677" y="495827"/>
            <a:ext cx="35810" cy="5729656"/>
          </a:xfrm>
          <a:custGeom>
            <a:avLst/>
            <a:gdLst>
              <a:gd name="connsiteX0" fmla="*/ 0 w 35810"/>
              <a:gd name="connsiteY0" fmla="*/ 0 h 5729656"/>
              <a:gd name="connsiteX1" fmla="*/ 0 w 35810"/>
              <a:gd name="connsiteY1" fmla="*/ 5729657 h 5729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5729656">
                <a:moveTo>
                  <a:pt x="0" y="0"/>
                </a:moveTo>
                <a:lnTo>
                  <a:pt x="0" y="5729657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6E0F6690-CF83-4DCE-8225-DF04B10CAB30}"/>
              </a:ext>
            </a:extLst>
          </p:cNvPr>
          <p:cNvSpPr/>
          <p:nvPr/>
        </p:nvSpPr>
        <p:spPr>
          <a:xfrm>
            <a:off x="7376992" y="4542396"/>
            <a:ext cx="112111" cy="1038502"/>
          </a:xfrm>
          <a:custGeom>
            <a:avLst/>
            <a:gdLst>
              <a:gd name="connsiteX0" fmla="*/ 0 w 35810"/>
              <a:gd name="connsiteY0" fmla="*/ 0 h 3437793"/>
              <a:gd name="connsiteX1" fmla="*/ 0 w 35810"/>
              <a:gd name="connsiteY1" fmla="*/ 3437794 h 3437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810" h="3437793">
                <a:moveTo>
                  <a:pt x="0" y="0"/>
                </a:moveTo>
                <a:lnTo>
                  <a:pt x="0" y="3437794"/>
                </a:lnTo>
              </a:path>
            </a:pathLst>
          </a:custGeom>
          <a:ln w="71614" cap="sq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6EE1B1B3-B336-4640-AEBC-CDE11E1BD096}"/>
              </a:ext>
            </a:extLst>
          </p:cNvPr>
          <p:cNvSpPr/>
          <p:nvPr/>
        </p:nvSpPr>
        <p:spPr>
          <a:xfrm>
            <a:off x="4798606" y="495827"/>
            <a:ext cx="6875587" cy="5729656"/>
          </a:xfrm>
          <a:custGeom>
            <a:avLst/>
            <a:gdLst>
              <a:gd name="connsiteX0" fmla="*/ 1145931 w 6875587"/>
              <a:gd name="connsiteY0" fmla="*/ 0 h 5729656"/>
              <a:gd name="connsiteX1" fmla="*/ 1145931 w 6875587"/>
              <a:gd name="connsiteY1" fmla="*/ 286483 h 5729656"/>
              <a:gd name="connsiteX2" fmla="*/ 0 w 6875587"/>
              <a:gd name="connsiteY2" fmla="*/ 286483 h 5729656"/>
              <a:gd name="connsiteX3" fmla="*/ 0 w 6875587"/>
              <a:gd name="connsiteY3" fmla="*/ 2005380 h 5729656"/>
              <a:gd name="connsiteX4" fmla="*/ 1145931 w 6875587"/>
              <a:gd name="connsiteY4" fmla="*/ 2005380 h 5729656"/>
              <a:gd name="connsiteX5" fmla="*/ 1145931 w 6875587"/>
              <a:gd name="connsiteY5" fmla="*/ 2578346 h 5729656"/>
              <a:gd name="connsiteX6" fmla="*/ 1718897 w 6875587"/>
              <a:gd name="connsiteY6" fmla="*/ 2578346 h 5729656"/>
              <a:gd name="connsiteX7" fmla="*/ 1718897 w 6875587"/>
              <a:gd name="connsiteY7" fmla="*/ 1432414 h 5729656"/>
              <a:gd name="connsiteX8" fmla="*/ 2291863 w 6875587"/>
              <a:gd name="connsiteY8" fmla="*/ 1432414 h 5729656"/>
              <a:gd name="connsiteX9" fmla="*/ 2291863 w 6875587"/>
              <a:gd name="connsiteY9" fmla="*/ 286483 h 5729656"/>
              <a:gd name="connsiteX10" fmla="*/ 2864828 w 6875587"/>
              <a:gd name="connsiteY10" fmla="*/ 286483 h 5729656"/>
              <a:gd name="connsiteX11" fmla="*/ 2864828 w 6875587"/>
              <a:gd name="connsiteY11" fmla="*/ 859449 h 5729656"/>
              <a:gd name="connsiteX12" fmla="*/ 3437794 w 6875587"/>
              <a:gd name="connsiteY12" fmla="*/ 859449 h 5729656"/>
              <a:gd name="connsiteX13" fmla="*/ 3437794 w 6875587"/>
              <a:gd name="connsiteY13" fmla="*/ 286483 h 5729656"/>
              <a:gd name="connsiteX14" fmla="*/ 5156691 w 6875587"/>
              <a:gd name="connsiteY14" fmla="*/ 286483 h 5729656"/>
              <a:gd name="connsiteX15" fmla="*/ 5156691 w 6875587"/>
              <a:gd name="connsiteY15" fmla="*/ 1432414 h 5729656"/>
              <a:gd name="connsiteX16" fmla="*/ 5729657 w 6875587"/>
              <a:gd name="connsiteY16" fmla="*/ 1432414 h 5729656"/>
              <a:gd name="connsiteX17" fmla="*/ 5729657 w 6875587"/>
              <a:gd name="connsiteY17" fmla="*/ 859449 h 5729656"/>
              <a:gd name="connsiteX18" fmla="*/ 6302622 w 6875587"/>
              <a:gd name="connsiteY18" fmla="*/ 859449 h 5729656"/>
              <a:gd name="connsiteX19" fmla="*/ 6302622 w 6875587"/>
              <a:gd name="connsiteY19" fmla="*/ 286483 h 5729656"/>
              <a:gd name="connsiteX20" fmla="*/ 6875588 w 6875587"/>
              <a:gd name="connsiteY20" fmla="*/ 286483 h 5729656"/>
              <a:gd name="connsiteX21" fmla="*/ 6875588 w 6875587"/>
              <a:gd name="connsiteY21" fmla="*/ 2005380 h 5729656"/>
              <a:gd name="connsiteX22" fmla="*/ 5156691 w 6875587"/>
              <a:gd name="connsiteY22" fmla="*/ 2005380 h 5729656"/>
              <a:gd name="connsiteX23" fmla="*/ 5156691 w 6875587"/>
              <a:gd name="connsiteY23" fmla="*/ 2578346 h 5729656"/>
              <a:gd name="connsiteX24" fmla="*/ 4583725 w 6875587"/>
              <a:gd name="connsiteY24" fmla="*/ 2578346 h 5729656"/>
              <a:gd name="connsiteX25" fmla="*/ 4583725 w 6875587"/>
              <a:gd name="connsiteY25" fmla="*/ 3151311 h 5729656"/>
              <a:gd name="connsiteX26" fmla="*/ 4010760 w 6875587"/>
              <a:gd name="connsiteY26" fmla="*/ 3151311 h 5729656"/>
              <a:gd name="connsiteX27" fmla="*/ 4010760 w 6875587"/>
              <a:gd name="connsiteY27" fmla="*/ 3724277 h 5729656"/>
              <a:gd name="connsiteX28" fmla="*/ 5156691 w 6875587"/>
              <a:gd name="connsiteY28" fmla="*/ 3724277 h 5729656"/>
              <a:gd name="connsiteX29" fmla="*/ 5156691 w 6875587"/>
              <a:gd name="connsiteY29" fmla="*/ 3151311 h 5729656"/>
              <a:gd name="connsiteX30" fmla="*/ 5729657 w 6875587"/>
              <a:gd name="connsiteY30" fmla="*/ 3151311 h 5729656"/>
              <a:gd name="connsiteX31" fmla="*/ 5729657 w 6875587"/>
              <a:gd name="connsiteY31" fmla="*/ 2578346 h 5729656"/>
              <a:gd name="connsiteX32" fmla="*/ 6875588 w 6875587"/>
              <a:gd name="connsiteY32" fmla="*/ 2578346 h 5729656"/>
              <a:gd name="connsiteX33" fmla="*/ 6875588 w 6875587"/>
              <a:gd name="connsiteY33" fmla="*/ 3724277 h 5729656"/>
              <a:gd name="connsiteX34" fmla="*/ 5729657 w 6875587"/>
              <a:gd name="connsiteY34" fmla="*/ 3724277 h 5729656"/>
              <a:gd name="connsiteX35" fmla="*/ 5729657 w 6875587"/>
              <a:gd name="connsiteY35" fmla="*/ 4870208 h 5729656"/>
              <a:gd name="connsiteX36" fmla="*/ 5156691 w 6875587"/>
              <a:gd name="connsiteY36" fmla="*/ 4870208 h 5729656"/>
              <a:gd name="connsiteX37" fmla="*/ 5156691 w 6875587"/>
              <a:gd name="connsiteY37" fmla="*/ 4297243 h 5729656"/>
              <a:gd name="connsiteX38" fmla="*/ 2864828 w 6875587"/>
              <a:gd name="connsiteY38" fmla="*/ 4297243 h 5729656"/>
              <a:gd name="connsiteX39" fmla="*/ 2864828 w 6875587"/>
              <a:gd name="connsiteY39" fmla="*/ 4870208 h 5729656"/>
              <a:gd name="connsiteX40" fmla="*/ 4010760 w 6875587"/>
              <a:gd name="connsiteY40" fmla="*/ 4870208 h 5729656"/>
              <a:gd name="connsiteX41" fmla="*/ 4010760 w 6875587"/>
              <a:gd name="connsiteY41" fmla="*/ 5443174 h 5729656"/>
              <a:gd name="connsiteX42" fmla="*/ 1718897 w 6875587"/>
              <a:gd name="connsiteY42" fmla="*/ 5443174 h 5729656"/>
              <a:gd name="connsiteX43" fmla="*/ 1718897 w 6875587"/>
              <a:gd name="connsiteY43" fmla="*/ 5729657 h 5729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875587" h="5729656">
                <a:moveTo>
                  <a:pt x="1145931" y="0"/>
                </a:moveTo>
                <a:lnTo>
                  <a:pt x="1145931" y="286483"/>
                </a:lnTo>
                <a:lnTo>
                  <a:pt x="0" y="286483"/>
                </a:lnTo>
                <a:lnTo>
                  <a:pt x="0" y="2005380"/>
                </a:lnTo>
                <a:lnTo>
                  <a:pt x="1145931" y="2005380"/>
                </a:lnTo>
                <a:lnTo>
                  <a:pt x="1145931" y="2578346"/>
                </a:lnTo>
                <a:lnTo>
                  <a:pt x="1718897" y="2578346"/>
                </a:lnTo>
                <a:lnTo>
                  <a:pt x="1718897" y="1432414"/>
                </a:lnTo>
                <a:lnTo>
                  <a:pt x="2291863" y="1432414"/>
                </a:lnTo>
                <a:lnTo>
                  <a:pt x="2291863" y="286483"/>
                </a:lnTo>
                <a:lnTo>
                  <a:pt x="2864828" y="286483"/>
                </a:lnTo>
                <a:lnTo>
                  <a:pt x="2864828" y="859449"/>
                </a:lnTo>
                <a:lnTo>
                  <a:pt x="3437794" y="859449"/>
                </a:lnTo>
                <a:lnTo>
                  <a:pt x="3437794" y="286483"/>
                </a:lnTo>
                <a:lnTo>
                  <a:pt x="5156691" y="286483"/>
                </a:lnTo>
                <a:lnTo>
                  <a:pt x="5156691" y="1432414"/>
                </a:lnTo>
                <a:lnTo>
                  <a:pt x="5729657" y="1432414"/>
                </a:lnTo>
                <a:lnTo>
                  <a:pt x="5729657" y="859449"/>
                </a:lnTo>
                <a:lnTo>
                  <a:pt x="6302622" y="859449"/>
                </a:lnTo>
                <a:lnTo>
                  <a:pt x="6302622" y="286483"/>
                </a:lnTo>
                <a:lnTo>
                  <a:pt x="6875588" y="286483"/>
                </a:lnTo>
                <a:lnTo>
                  <a:pt x="6875588" y="2005380"/>
                </a:lnTo>
                <a:lnTo>
                  <a:pt x="5156691" y="2005380"/>
                </a:lnTo>
                <a:lnTo>
                  <a:pt x="5156691" y="2578346"/>
                </a:lnTo>
                <a:lnTo>
                  <a:pt x="4583725" y="2578346"/>
                </a:lnTo>
                <a:lnTo>
                  <a:pt x="4583725" y="3151311"/>
                </a:lnTo>
                <a:lnTo>
                  <a:pt x="4010760" y="3151311"/>
                </a:lnTo>
                <a:lnTo>
                  <a:pt x="4010760" y="3724277"/>
                </a:lnTo>
                <a:lnTo>
                  <a:pt x="5156691" y="3724277"/>
                </a:lnTo>
                <a:lnTo>
                  <a:pt x="5156691" y="3151311"/>
                </a:lnTo>
                <a:lnTo>
                  <a:pt x="5729657" y="3151311"/>
                </a:lnTo>
                <a:lnTo>
                  <a:pt x="5729657" y="2578346"/>
                </a:lnTo>
                <a:lnTo>
                  <a:pt x="6875588" y="2578346"/>
                </a:lnTo>
                <a:lnTo>
                  <a:pt x="6875588" y="3724277"/>
                </a:lnTo>
                <a:lnTo>
                  <a:pt x="5729657" y="3724277"/>
                </a:lnTo>
                <a:lnTo>
                  <a:pt x="5729657" y="4870208"/>
                </a:lnTo>
                <a:lnTo>
                  <a:pt x="5156691" y="4870208"/>
                </a:lnTo>
                <a:lnTo>
                  <a:pt x="5156691" y="4297243"/>
                </a:lnTo>
                <a:lnTo>
                  <a:pt x="2864828" y="4297243"/>
                </a:lnTo>
                <a:lnTo>
                  <a:pt x="2864828" y="4870208"/>
                </a:lnTo>
                <a:lnTo>
                  <a:pt x="4010760" y="4870208"/>
                </a:lnTo>
                <a:lnTo>
                  <a:pt x="4010760" y="5443174"/>
                </a:lnTo>
                <a:lnTo>
                  <a:pt x="1718897" y="5443174"/>
                </a:lnTo>
                <a:lnTo>
                  <a:pt x="1718897" y="5729657"/>
                </a:lnTo>
              </a:path>
            </a:pathLst>
          </a:custGeom>
          <a:noFill/>
          <a:ln w="71614" cap="sq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35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6EE1B1B3-B336-4640-AEBC-CDE11E1BD096}"/>
              </a:ext>
            </a:extLst>
          </p:cNvPr>
          <p:cNvSpPr/>
          <p:nvPr/>
        </p:nvSpPr>
        <p:spPr>
          <a:xfrm>
            <a:off x="4798606" y="495826"/>
            <a:ext cx="1145931" cy="2005380"/>
          </a:xfrm>
          <a:custGeom>
            <a:avLst/>
            <a:gdLst>
              <a:gd name="connsiteX0" fmla="*/ 1145931 w 6875587"/>
              <a:gd name="connsiteY0" fmla="*/ 0 h 5729656"/>
              <a:gd name="connsiteX1" fmla="*/ 1145931 w 6875587"/>
              <a:gd name="connsiteY1" fmla="*/ 286483 h 5729656"/>
              <a:gd name="connsiteX2" fmla="*/ 0 w 6875587"/>
              <a:gd name="connsiteY2" fmla="*/ 286483 h 5729656"/>
              <a:gd name="connsiteX3" fmla="*/ 0 w 6875587"/>
              <a:gd name="connsiteY3" fmla="*/ 2005380 h 5729656"/>
              <a:gd name="connsiteX4" fmla="*/ 1145931 w 6875587"/>
              <a:gd name="connsiteY4" fmla="*/ 2005380 h 5729656"/>
              <a:gd name="connsiteX5" fmla="*/ 1145931 w 6875587"/>
              <a:gd name="connsiteY5" fmla="*/ 2578346 h 5729656"/>
              <a:gd name="connsiteX6" fmla="*/ 1718897 w 6875587"/>
              <a:gd name="connsiteY6" fmla="*/ 2578346 h 5729656"/>
              <a:gd name="connsiteX7" fmla="*/ 1718897 w 6875587"/>
              <a:gd name="connsiteY7" fmla="*/ 1432414 h 5729656"/>
              <a:gd name="connsiteX8" fmla="*/ 2291863 w 6875587"/>
              <a:gd name="connsiteY8" fmla="*/ 1432414 h 5729656"/>
              <a:gd name="connsiteX9" fmla="*/ 2291863 w 6875587"/>
              <a:gd name="connsiteY9" fmla="*/ 286483 h 5729656"/>
              <a:gd name="connsiteX10" fmla="*/ 2864828 w 6875587"/>
              <a:gd name="connsiteY10" fmla="*/ 286483 h 5729656"/>
              <a:gd name="connsiteX11" fmla="*/ 2864828 w 6875587"/>
              <a:gd name="connsiteY11" fmla="*/ 859449 h 5729656"/>
              <a:gd name="connsiteX12" fmla="*/ 3437794 w 6875587"/>
              <a:gd name="connsiteY12" fmla="*/ 859449 h 5729656"/>
              <a:gd name="connsiteX13" fmla="*/ 3437794 w 6875587"/>
              <a:gd name="connsiteY13" fmla="*/ 286483 h 5729656"/>
              <a:gd name="connsiteX14" fmla="*/ 5156691 w 6875587"/>
              <a:gd name="connsiteY14" fmla="*/ 286483 h 5729656"/>
              <a:gd name="connsiteX15" fmla="*/ 5156691 w 6875587"/>
              <a:gd name="connsiteY15" fmla="*/ 1432414 h 5729656"/>
              <a:gd name="connsiteX16" fmla="*/ 5729657 w 6875587"/>
              <a:gd name="connsiteY16" fmla="*/ 1432414 h 5729656"/>
              <a:gd name="connsiteX17" fmla="*/ 5729657 w 6875587"/>
              <a:gd name="connsiteY17" fmla="*/ 859449 h 5729656"/>
              <a:gd name="connsiteX18" fmla="*/ 6302622 w 6875587"/>
              <a:gd name="connsiteY18" fmla="*/ 859449 h 5729656"/>
              <a:gd name="connsiteX19" fmla="*/ 6302622 w 6875587"/>
              <a:gd name="connsiteY19" fmla="*/ 286483 h 5729656"/>
              <a:gd name="connsiteX20" fmla="*/ 6875588 w 6875587"/>
              <a:gd name="connsiteY20" fmla="*/ 286483 h 5729656"/>
              <a:gd name="connsiteX21" fmla="*/ 6875588 w 6875587"/>
              <a:gd name="connsiteY21" fmla="*/ 2005380 h 5729656"/>
              <a:gd name="connsiteX22" fmla="*/ 5156691 w 6875587"/>
              <a:gd name="connsiteY22" fmla="*/ 2005380 h 5729656"/>
              <a:gd name="connsiteX23" fmla="*/ 5156691 w 6875587"/>
              <a:gd name="connsiteY23" fmla="*/ 2578346 h 5729656"/>
              <a:gd name="connsiteX24" fmla="*/ 4583725 w 6875587"/>
              <a:gd name="connsiteY24" fmla="*/ 2578346 h 5729656"/>
              <a:gd name="connsiteX25" fmla="*/ 4583725 w 6875587"/>
              <a:gd name="connsiteY25" fmla="*/ 3151311 h 5729656"/>
              <a:gd name="connsiteX26" fmla="*/ 4010760 w 6875587"/>
              <a:gd name="connsiteY26" fmla="*/ 3151311 h 5729656"/>
              <a:gd name="connsiteX27" fmla="*/ 4010760 w 6875587"/>
              <a:gd name="connsiteY27" fmla="*/ 3724277 h 5729656"/>
              <a:gd name="connsiteX28" fmla="*/ 5156691 w 6875587"/>
              <a:gd name="connsiteY28" fmla="*/ 3724277 h 5729656"/>
              <a:gd name="connsiteX29" fmla="*/ 5156691 w 6875587"/>
              <a:gd name="connsiteY29" fmla="*/ 3151311 h 5729656"/>
              <a:gd name="connsiteX30" fmla="*/ 5729657 w 6875587"/>
              <a:gd name="connsiteY30" fmla="*/ 3151311 h 5729656"/>
              <a:gd name="connsiteX31" fmla="*/ 5729657 w 6875587"/>
              <a:gd name="connsiteY31" fmla="*/ 2578346 h 5729656"/>
              <a:gd name="connsiteX32" fmla="*/ 6875588 w 6875587"/>
              <a:gd name="connsiteY32" fmla="*/ 2578346 h 5729656"/>
              <a:gd name="connsiteX33" fmla="*/ 6875588 w 6875587"/>
              <a:gd name="connsiteY33" fmla="*/ 3724277 h 5729656"/>
              <a:gd name="connsiteX34" fmla="*/ 5729657 w 6875587"/>
              <a:gd name="connsiteY34" fmla="*/ 3724277 h 5729656"/>
              <a:gd name="connsiteX35" fmla="*/ 5729657 w 6875587"/>
              <a:gd name="connsiteY35" fmla="*/ 4870208 h 5729656"/>
              <a:gd name="connsiteX36" fmla="*/ 5156691 w 6875587"/>
              <a:gd name="connsiteY36" fmla="*/ 4870208 h 5729656"/>
              <a:gd name="connsiteX37" fmla="*/ 5156691 w 6875587"/>
              <a:gd name="connsiteY37" fmla="*/ 4297243 h 5729656"/>
              <a:gd name="connsiteX38" fmla="*/ 2864828 w 6875587"/>
              <a:gd name="connsiteY38" fmla="*/ 4297243 h 5729656"/>
              <a:gd name="connsiteX39" fmla="*/ 2864828 w 6875587"/>
              <a:gd name="connsiteY39" fmla="*/ 4870208 h 5729656"/>
              <a:gd name="connsiteX40" fmla="*/ 4010760 w 6875587"/>
              <a:gd name="connsiteY40" fmla="*/ 4870208 h 5729656"/>
              <a:gd name="connsiteX41" fmla="*/ 4010760 w 6875587"/>
              <a:gd name="connsiteY41" fmla="*/ 5443174 h 5729656"/>
              <a:gd name="connsiteX42" fmla="*/ 1718897 w 6875587"/>
              <a:gd name="connsiteY42" fmla="*/ 5443174 h 5729656"/>
              <a:gd name="connsiteX43" fmla="*/ 1718897 w 6875587"/>
              <a:gd name="connsiteY43" fmla="*/ 5729657 h 5729656"/>
              <a:gd name="connsiteX0" fmla="*/ 1145931 w 6875588"/>
              <a:gd name="connsiteY0" fmla="*/ 0 h 5729657"/>
              <a:gd name="connsiteX1" fmla="*/ 1145931 w 6875588"/>
              <a:gd name="connsiteY1" fmla="*/ 286483 h 5729657"/>
              <a:gd name="connsiteX2" fmla="*/ 0 w 6875588"/>
              <a:gd name="connsiteY2" fmla="*/ 286483 h 5729657"/>
              <a:gd name="connsiteX3" fmla="*/ 0 w 6875588"/>
              <a:gd name="connsiteY3" fmla="*/ 2005380 h 5729657"/>
              <a:gd name="connsiteX4" fmla="*/ 1145931 w 6875588"/>
              <a:gd name="connsiteY4" fmla="*/ 2005380 h 5729657"/>
              <a:gd name="connsiteX5" fmla="*/ 1145931 w 6875588"/>
              <a:gd name="connsiteY5" fmla="*/ 2578346 h 5729657"/>
              <a:gd name="connsiteX6" fmla="*/ 1718897 w 6875588"/>
              <a:gd name="connsiteY6" fmla="*/ 2578346 h 5729657"/>
              <a:gd name="connsiteX7" fmla="*/ 1718897 w 6875588"/>
              <a:gd name="connsiteY7" fmla="*/ 1432414 h 5729657"/>
              <a:gd name="connsiteX8" fmla="*/ 2291863 w 6875588"/>
              <a:gd name="connsiteY8" fmla="*/ 1432414 h 5729657"/>
              <a:gd name="connsiteX9" fmla="*/ 2291863 w 6875588"/>
              <a:gd name="connsiteY9" fmla="*/ 286483 h 5729657"/>
              <a:gd name="connsiteX10" fmla="*/ 2864828 w 6875588"/>
              <a:gd name="connsiteY10" fmla="*/ 286483 h 5729657"/>
              <a:gd name="connsiteX11" fmla="*/ 2864828 w 6875588"/>
              <a:gd name="connsiteY11" fmla="*/ 859449 h 5729657"/>
              <a:gd name="connsiteX12" fmla="*/ 3437794 w 6875588"/>
              <a:gd name="connsiteY12" fmla="*/ 859449 h 5729657"/>
              <a:gd name="connsiteX13" fmla="*/ 3437794 w 6875588"/>
              <a:gd name="connsiteY13" fmla="*/ 286483 h 5729657"/>
              <a:gd name="connsiteX14" fmla="*/ 5156691 w 6875588"/>
              <a:gd name="connsiteY14" fmla="*/ 286483 h 5729657"/>
              <a:gd name="connsiteX15" fmla="*/ 5156691 w 6875588"/>
              <a:gd name="connsiteY15" fmla="*/ 1432414 h 5729657"/>
              <a:gd name="connsiteX16" fmla="*/ 5729657 w 6875588"/>
              <a:gd name="connsiteY16" fmla="*/ 1432414 h 5729657"/>
              <a:gd name="connsiteX17" fmla="*/ 5729657 w 6875588"/>
              <a:gd name="connsiteY17" fmla="*/ 859449 h 5729657"/>
              <a:gd name="connsiteX18" fmla="*/ 6302622 w 6875588"/>
              <a:gd name="connsiteY18" fmla="*/ 859449 h 5729657"/>
              <a:gd name="connsiteX19" fmla="*/ 6302622 w 6875588"/>
              <a:gd name="connsiteY19" fmla="*/ 286483 h 5729657"/>
              <a:gd name="connsiteX20" fmla="*/ 6875588 w 6875588"/>
              <a:gd name="connsiteY20" fmla="*/ 286483 h 5729657"/>
              <a:gd name="connsiteX21" fmla="*/ 6875588 w 6875588"/>
              <a:gd name="connsiteY21" fmla="*/ 2005380 h 5729657"/>
              <a:gd name="connsiteX22" fmla="*/ 5156691 w 6875588"/>
              <a:gd name="connsiteY22" fmla="*/ 2005380 h 5729657"/>
              <a:gd name="connsiteX23" fmla="*/ 5156691 w 6875588"/>
              <a:gd name="connsiteY23" fmla="*/ 2578346 h 5729657"/>
              <a:gd name="connsiteX24" fmla="*/ 4583725 w 6875588"/>
              <a:gd name="connsiteY24" fmla="*/ 2578346 h 5729657"/>
              <a:gd name="connsiteX25" fmla="*/ 4583725 w 6875588"/>
              <a:gd name="connsiteY25" fmla="*/ 3151311 h 5729657"/>
              <a:gd name="connsiteX26" fmla="*/ 4010760 w 6875588"/>
              <a:gd name="connsiteY26" fmla="*/ 3151311 h 5729657"/>
              <a:gd name="connsiteX27" fmla="*/ 4010760 w 6875588"/>
              <a:gd name="connsiteY27" fmla="*/ 3724277 h 5729657"/>
              <a:gd name="connsiteX28" fmla="*/ 5156691 w 6875588"/>
              <a:gd name="connsiteY28" fmla="*/ 3724277 h 5729657"/>
              <a:gd name="connsiteX29" fmla="*/ 5156691 w 6875588"/>
              <a:gd name="connsiteY29" fmla="*/ 3151311 h 5729657"/>
              <a:gd name="connsiteX30" fmla="*/ 5729657 w 6875588"/>
              <a:gd name="connsiteY30" fmla="*/ 3151311 h 5729657"/>
              <a:gd name="connsiteX31" fmla="*/ 5729657 w 6875588"/>
              <a:gd name="connsiteY31" fmla="*/ 2578346 h 5729657"/>
              <a:gd name="connsiteX32" fmla="*/ 6875588 w 6875588"/>
              <a:gd name="connsiteY32" fmla="*/ 2578346 h 5729657"/>
              <a:gd name="connsiteX33" fmla="*/ 6875588 w 6875588"/>
              <a:gd name="connsiteY33" fmla="*/ 3724277 h 5729657"/>
              <a:gd name="connsiteX34" fmla="*/ 5729657 w 6875588"/>
              <a:gd name="connsiteY34" fmla="*/ 3724277 h 5729657"/>
              <a:gd name="connsiteX35" fmla="*/ 5729657 w 6875588"/>
              <a:gd name="connsiteY35" fmla="*/ 4870208 h 5729657"/>
              <a:gd name="connsiteX36" fmla="*/ 5156691 w 6875588"/>
              <a:gd name="connsiteY36" fmla="*/ 4870208 h 5729657"/>
              <a:gd name="connsiteX37" fmla="*/ 5156691 w 6875588"/>
              <a:gd name="connsiteY37" fmla="*/ 4297243 h 5729657"/>
              <a:gd name="connsiteX38" fmla="*/ 2864828 w 6875588"/>
              <a:gd name="connsiteY38" fmla="*/ 4297243 h 5729657"/>
              <a:gd name="connsiteX39" fmla="*/ 2864828 w 6875588"/>
              <a:gd name="connsiteY39" fmla="*/ 4870208 h 5729657"/>
              <a:gd name="connsiteX40" fmla="*/ 4010760 w 6875588"/>
              <a:gd name="connsiteY40" fmla="*/ 4870208 h 5729657"/>
              <a:gd name="connsiteX41" fmla="*/ 4010760 w 6875588"/>
              <a:gd name="connsiteY41" fmla="*/ 5443174 h 5729657"/>
              <a:gd name="connsiteX42" fmla="*/ 1718897 w 6875588"/>
              <a:gd name="connsiteY42" fmla="*/ 5729657 h 5729657"/>
              <a:gd name="connsiteX0" fmla="*/ 1145931 w 6875588"/>
              <a:gd name="connsiteY0" fmla="*/ 0 h 5443174"/>
              <a:gd name="connsiteX1" fmla="*/ 1145931 w 6875588"/>
              <a:gd name="connsiteY1" fmla="*/ 286483 h 5443174"/>
              <a:gd name="connsiteX2" fmla="*/ 0 w 6875588"/>
              <a:gd name="connsiteY2" fmla="*/ 286483 h 5443174"/>
              <a:gd name="connsiteX3" fmla="*/ 0 w 6875588"/>
              <a:gd name="connsiteY3" fmla="*/ 2005380 h 5443174"/>
              <a:gd name="connsiteX4" fmla="*/ 1145931 w 6875588"/>
              <a:gd name="connsiteY4" fmla="*/ 2005380 h 5443174"/>
              <a:gd name="connsiteX5" fmla="*/ 1145931 w 6875588"/>
              <a:gd name="connsiteY5" fmla="*/ 2578346 h 5443174"/>
              <a:gd name="connsiteX6" fmla="*/ 1718897 w 6875588"/>
              <a:gd name="connsiteY6" fmla="*/ 2578346 h 5443174"/>
              <a:gd name="connsiteX7" fmla="*/ 1718897 w 6875588"/>
              <a:gd name="connsiteY7" fmla="*/ 1432414 h 5443174"/>
              <a:gd name="connsiteX8" fmla="*/ 2291863 w 6875588"/>
              <a:gd name="connsiteY8" fmla="*/ 1432414 h 5443174"/>
              <a:gd name="connsiteX9" fmla="*/ 2291863 w 6875588"/>
              <a:gd name="connsiteY9" fmla="*/ 286483 h 5443174"/>
              <a:gd name="connsiteX10" fmla="*/ 2864828 w 6875588"/>
              <a:gd name="connsiteY10" fmla="*/ 286483 h 5443174"/>
              <a:gd name="connsiteX11" fmla="*/ 2864828 w 6875588"/>
              <a:gd name="connsiteY11" fmla="*/ 859449 h 5443174"/>
              <a:gd name="connsiteX12" fmla="*/ 3437794 w 6875588"/>
              <a:gd name="connsiteY12" fmla="*/ 859449 h 5443174"/>
              <a:gd name="connsiteX13" fmla="*/ 3437794 w 6875588"/>
              <a:gd name="connsiteY13" fmla="*/ 286483 h 5443174"/>
              <a:gd name="connsiteX14" fmla="*/ 5156691 w 6875588"/>
              <a:gd name="connsiteY14" fmla="*/ 286483 h 5443174"/>
              <a:gd name="connsiteX15" fmla="*/ 5156691 w 6875588"/>
              <a:gd name="connsiteY15" fmla="*/ 1432414 h 5443174"/>
              <a:gd name="connsiteX16" fmla="*/ 5729657 w 6875588"/>
              <a:gd name="connsiteY16" fmla="*/ 1432414 h 5443174"/>
              <a:gd name="connsiteX17" fmla="*/ 5729657 w 6875588"/>
              <a:gd name="connsiteY17" fmla="*/ 859449 h 5443174"/>
              <a:gd name="connsiteX18" fmla="*/ 6302622 w 6875588"/>
              <a:gd name="connsiteY18" fmla="*/ 859449 h 5443174"/>
              <a:gd name="connsiteX19" fmla="*/ 6302622 w 6875588"/>
              <a:gd name="connsiteY19" fmla="*/ 286483 h 5443174"/>
              <a:gd name="connsiteX20" fmla="*/ 6875588 w 6875588"/>
              <a:gd name="connsiteY20" fmla="*/ 286483 h 5443174"/>
              <a:gd name="connsiteX21" fmla="*/ 6875588 w 6875588"/>
              <a:gd name="connsiteY21" fmla="*/ 2005380 h 5443174"/>
              <a:gd name="connsiteX22" fmla="*/ 5156691 w 6875588"/>
              <a:gd name="connsiteY22" fmla="*/ 2005380 h 5443174"/>
              <a:gd name="connsiteX23" fmla="*/ 5156691 w 6875588"/>
              <a:gd name="connsiteY23" fmla="*/ 2578346 h 5443174"/>
              <a:gd name="connsiteX24" fmla="*/ 4583725 w 6875588"/>
              <a:gd name="connsiteY24" fmla="*/ 2578346 h 5443174"/>
              <a:gd name="connsiteX25" fmla="*/ 4583725 w 6875588"/>
              <a:gd name="connsiteY25" fmla="*/ 3151311 h 5443174"/>
              <a:gd name="connsiteX26" fmla="*/ 4010760 w 6875588"/>
              <a:gd name="connsiteY26" fmla="*/ 3151311 h 5443174"/>
              <a:gd name="connsiteX27" fmla="*/ 4010760 w 6875588"/>
              <a:gd name="connsiteY27" fmla="*/ 3724277 h 5443174"/>
              <a:gd name="connsiteX28" fmla="*/ 5156691 w 6875588"/>
              <a:gd name="connsiteY28" fmla="*/ 3724277 h 5443174"/>
              <a:gd name="connsiteX29" fmla="*/ 5156691 w 6875588"/>
              <a:gd name="connsiteY29" fmla="*/ 3151311 h 5443174"/>
              <a:gd name="connsiteX30" fmla="*/ 5729657 w 6875588"/>
              <a:gd name="connsiteY30" fmla="*/ 3151311 h 5443174"/>
              <a:gd name="connsiteX31" fmla="*/ 5729657 w 6875588"/>
              <a:gd name="connsiteY31" fmla="*/ 2578346 h 5443174"/>
              <a:gd name="connsiteX32" fmla="*/ 6875588 w 6875588"/>
              <a:gd name="connsiteY32" fmla="*/ 2578346 h 5443174"/>
              <a:gd name="connsiteX33" fmla="*/ 6875588 w 6875588"/>
              <a:gd name="connsiteY33" fmla="*/ 3724277 h 5443174"/>
              <a:gd name="connsiteX34" fmla="*/ 5729657 w 6875588"/>
              <a:gd name="connsiteY34" fmla="*/ 3724277 h 5443174"/>
              <a:gd name="connsiteX35" fmla="*/ 5729657 w 6875588"/>
              <a:gd name="connsiteY35" fmla="*/ 4870208 h 5443174"/>
              <a:gd name="connsiteX36" fmla="*/ 5156691 w 6875588"/>
              <a:gd name="connsiteY36" fmla="*/ 4870208 h 5443174"/>
              <a:gd name="connsiteX37" fmla="*/ 5156691 w 6875588"/>
              <a:gd name="connsiteY37" fmla="*/ 4297243 h 5443174"/>
              <a:gd name="connsiteX38" fmla="*/ 2864828 w 6875588"/>
              <a:gd name="connsiteY38" fmla="*/ 4297243 h 5443174"/>
              <a:gd name="connsiteX39" fmla="*/ 2864828 w 6875588"/>
              <a:gd name="connsiteY39" fmla="*/ 4870208 h 5443174"/>
              <a:gd name="connsiteX40" fmla="*/ 4010760 w 6875588"/>
              <a:gd name="connsiteY40" fmla="*/ 4870208 h 5443174"/>
              <a:gd name="connsiteX41" fmla="*/ 4010760 w 6875588"/>
              <a:gd name="connsiteY41" fmla="*/ 5443174 h 5443174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38" fmla="*/ 2864828 w 6875588"/>
              <a:gd name="connsiteY38" fmla="*/ 4297243 h 4870208"/>
              <a:gd name="connsiteX39" fmla="*/ 2864828 w 6875588"/>
              <a:gd name="connsiteY39" fmla="*/ 4870208 h 4870208"/>
              <a:gd name="connsiteX40" fmla="*/ 4010760 w 6875588"/>
              <a:gd name="connsiteY40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38" fmla="*/ 2864828 w 6875588"/>
              <a:gd name="connsiteY38" fmla="*/ 4297243 h 4870208"/>
              <a:gd name="connsiteX39" fmla="*/ 2864828 w 6875588"/>
              <a:gd name="connsiteY39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38" fmla="*/ 2864828 w 6875588"/>
              <a:gd name="connsiteY38" fmla="*/ 4297243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30" fmla="*/ 5729657 w 6875588"/>
              <a:gd name="connsiteY30" fmla="*/ 3151311 h 3724277"/>
              <a:gd name="connsiteX31" fmla="*/ 5729657 w 6875588"/>
              <a:gd name="connsiteY31" fmla="*/ 2578346 h 3724277"/>
              <a:gd name="connsiteX32" fmla="*/ 6875588 w 6875588"/>
              <a:gd name="connsiteY32" fmla="*/ 2578346 h 3724277"/>
              <a:gd name="connsiteX33" fmla="*/ 6875588 w 6875588"/>
              <a:gd name="connsiteY33" fmla="*/ 3724277 h 3724277"/>
              <a:gd name="connsiteX34" fmla="*/ 5729657 w 6875588"/>
              <a:gd name="connsiteY34" fmla="*/ 3724277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30" fmla="*/ 5729657 w 6875588"/>
              <a:gd name="connsiteY30" fmla="*/ 3151311 h 3724277"/>
              <a:gd name="connsiteX31" fmla="*/ 5729657 w 6875588"/>
              <a:gd name="connsiteY31" fmla="*/ 2578346 h 3724277"/>
              <a:gd name="connsiteX32" fmla="*/ 6875588 w 6875588"/>
              <a:gd name="connsiteY32" fmla="*/ 2578346 h 3724277"/>
              <a:gd name="connsiteX33" fmla="*/ 6875588 w 6875588"/>
              <a:gd name="connsiteY33" fmla="*/ 3724277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30" fmla="*/ 5729657 w 6875588"/>
              <a:gd name="connsiteY30" fmla="*/ 3151311 h 3724277"/>
              <a:gd name="connsiteX31" fmla="*/ 5729657 w 6875588"/>
              <a:gd name="connsiteY31" fmla="*/ 2578346 h 3724277"/>
              <a:gd name="connsiteX32" fmla="*/ 6875588 w 6875588"/>
              <a:gd name="connsiteY32" fmla="*/ 2578346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30" fmla="*/ 5729657 w 6875588"/>
              <a:gd name="connsiteY30" fmla="*/ 3151311 h 3724277"/>
              <a:gd name="connsiteX31" fmla="*/ 5729657 w 6875588"/>
              <a:gd name="connsiteY31" fmla="*/ 2578346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30" fmla="*/ 5729657 w 6875588"/>
              <a:gd name="connsiteY30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718897 w 6875588"/>
              <a:gd name="connsiteY5" fmla="*/ 2578346 h 3724277"/>
              <a:gd name="connsiteX6" fmla="*/ 1718897 w 6875588"/>
              <a:gd name="connsiteY6" fmla="*/ 1432414 h 3724277"/>
              <a:gd name="connsiteX7" fmla="*/ 2291863 w 6875588"/>
              <a:gd name="connsiteY7" fmla="*/ 1432414 h 3724277"/>
              <a:gd name="connsiteX8" fmla="*/ 2291863 w 6875588"/>
              <a:gd name="connsiteY8" fmla="*/ 286483 h 3724277"/>
              <a:gd name="connsiteX9" fmla="*/ 2864828 w 6875588"/>
              <a:gd name="connsiteY9" fmla="*/ 286483 h 3724277"/>
              <a:gd name="connsiteX10" fmla="*/ 2864828 w 6875588"/>
              <a:gd name="connsiteY10" fmla="*/ 859449 h 3724277"/>
              <a:gd name="connsiteX11" fmla="*/ 3437794 w 6875588"/>
              <a:gd name="connsiteY11" fmla="*/ 859449 h 3724277"/>
              <a:gd name="connsiteX12" fmla="*/ 3437794 w 6875588"/>
              <a:gd name="connsiteY12" fmla="*/ 286483 h 3724277"/>
              <a:gd name="connsiteX13" fmla="*/ 5156691 w 6875588"/>
              <a:gd name="connsiteY13" fmla="*/ 286483 h 3724277"/>
              <a:gd name="connsiteX14" fmla="*/ 5156691 w 6875588"/>
              <a:gd name="connsiteY14" fmla="*/ 1432414 h 3724277"/>
              <a:gd name="connsiteX15" fmla="*/ 5729657 w 6875588"/>
              <a:gd name="connsiteY15" fmla="*/ 1432414 h 3724277"/>
              <a:gd name="connsiteX16" fmla="*/ 5729657 w 6875588"/>
              <a:gd name="connsiteY16" fmla="*/ 859449 h 3724277"/>
              <a:gd name="connsiteX17" fmla="*/ 6302622 w 6875588"/>
              <a:gd name="connsiteY17" fmla="*/ 859449 h 3724277"/>
              <a:gd name="connsiteX18" fmla="*/ 6302622 w 6875588"/>
              <a:gd name="connsiteY18" fmla="*/ 286483 h 3724277"/>
              <a:gd name="connsiteX19" fmla="*/ 6875588 w 6875588"/>
              <a:gd name="connsiteY19" fmla="*/ 286483 h 3724277"/>
              <a:gd name="connsiteX20" fmla="*/ 6875588 w 6875588"/>
              <a:gd name="connsiteY20" fmla="*/ 2005380 h 3724277"/>
              <a:gd name="connsiteX21" fmla="*/ 5156691 w 6875588"/>
              <a:gd name="connsiteY21" fmla="*/ 2005380 h 3724277"/>
              <a:gd name="connsiteX22" fmla="*/ 5156691 w 6875588"/>
              <a:gd name="connsiteY22" fmla="*/ 2578346 h 3724277"/>
              <a:gd name="connsiteX23" fmla="*/ 4583725 w 6875588"/>
              <a:gd name="connsiteY23" fmla="*/ 2578346 h 3724277"/>
              <a:gd name="connsiteX24" fmla="*/ 4583725 w 6875588"/>
              <a:gd name="connsiteY24" fmla="*/ 3151311 h 3724277"/>
              <a:gd name="connsiteX25" fmla="*/ 4010760 w 6875588"/>
              <a:gd name="connsiteY25" fmla="*/ 3151311 h 3724277"/>
              <a:gd name="connsiteX26" fmla="*/ 4010760 w 6875588"/>
              <a:gd name="connsiteY26" fmla="*/ 3724277 h 3724277"/>
              <a:gd name="connsiteX27" fmla="*/ 5156691 w 6875588"/>
              <a:gd name="connsiteY27" fmla="*/ 3724277 h 3724277"/>
              <a:gd name="connsiteX28" fmla="*/ 5156691 w 6875588"/>
              <a:gd name="connsiteY28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718897 w 6875588"/>
              <a:gd name="connsiteY5" fmla="*/ 1432414 h 3724277"/>
              <a:gd name="connsiteX6" fmla="*/ 2291863 w 6875588"/>
              <a:gd name="connsiteY6" fmla="*/ 1432414 h 3724277"/>
              <a:gd name="connsiteX7" fmla="*/ 2291863 w 6875588"/>
              <a:gd name="connsiteY7" fmla="*/ 286483 h 3724277"/>
              <a:gd name="connsiteX8" fmla="*/ 2864828 w 6875588"/>
              <a:gd name="connsiteY8" fmla="*/ 286483 h 3724277"/>
              <a:gd name="connsiteX9" fmla="*/ 2864828 w 6875588"/>
              <a:gd name="connsiteY9" fmla="*/ 859449 h 3724277"/>
              <a:gd name="connsiteX10" fmla="*/ 3437794 w 6875588"/>
              <a:gd name="connsiteY10" fmla="*/ 859449 h 3724277"/>
              <a:gd name="connsiteX11" fmla="*/ 3437794 w 6875588"/>
              <a:gd name="connsiteY11" fmla="*/ 286483 h 3724277"/>
              <a:gd name="connsiteX12" fmla="*/ 5156691 w 6875588"/>
              <a:gd name="connsiteY12" fmla="*/ 286483 h 3724277"/>
              <a:gd name="connsiteX13" fmla="*/ 5156691 w 6875588"/>
              <a:gd name="connsiteY13" fmla="*/ 1432414 h 3724277"/>
              <a:gd name="connsiteX14" fmla="*/ 5729657 w 6875588"/>
              <a:gd name="connsiteY14" fmla="*/ 1432414 h 3724277"/>
              <a:gd name="connsiteX15" fmla="*/ 5729657 w 6875588"/>
              <a:gd name="connsiteY15" fmla="*/ 859449 h 3724277"/>
              <a:gd name="connsiteX16" fmla="*/ 6302622 w 6875588"/>
              <a:gd name="connsiteY16" fmla="*/ 859449 h 3724277"/>
              <a:gd name="connsiteX17" fmla="*/ 6302622 w 6875588"/>
              <a:gd name="connsiteY17" fmla="*/ 286483 h 3724277"/>
              <a:gd name="connsiteX18" fmla="*/ 6875588 w 6875588"/>
              <a:gd name="connsiteY18" fmla="*/ 286483 h 3724277"/>
              <a:gd name="connsiteX19" fmla="*/ 6875588 w 6875588"/>
              <a:gd name="connsiteY19" fmla="*/ 2005380 h 3724277"/>
              <a:gd name="connsiteX20" fmla="*/ 5156691 w 6875588"/>
              <a:gd name="connsiteY20" fmla="*/ 2005380 h 3724277"/>
              <a:gd name="connsiteX21" fmla="*/ 5156691 w 6875588"/>
              <a:gd name="connsiteY21" fmla="*/ 2578346 h 3724277"/>
              <a:gd name="connsiteX22" fmla="*/ 4583725 w 6875588"/>
              <a:gd name="connsiteY22" fmla="*/ 2578346 h 3724277"/>
              <a:gd name="connsiteX23" fmla="*/ 4583725 w 6875588"/>
              <a:gd name="connsiteY23" fmla="*/ 3151311 h 3724277"/>
              <a:gd name="connsiteX24" fmla="*/ 4010760 w 6875588"/>
              <a:gd name="connsiteY24" fmla="*/ 3151311 h 3724277"/>
              <a:gd name="connsiteX25" fmla="*/ 4010760 w 6875588"/>
              <a:gd name="connsiteY25" fmla="*/ 3724277 h 3724277"/>
              <a:gd name="connsiteX26" fmla="*/ 5156691 w 6875588"/>
              <a:gd name="connsiteY26" fmla="*/ 3724277 h 3724277"/>
              <a:gd name="connsiteX27" fmla="*/ 5156691 w 6875588"/>
              <a:gd name="connsiteY27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2291863 w 6875588"/>
              <a:gd name="connsiteY5" fmla="*/ 1432414 h 3724277"/>
              <a:gd name="connsiteX6" fmla="*/ 2291863 w 6875588"/>
              <a:gd name="connsiteY6" fmla="*/ 286483 h 3724277"/>
              <a:gd name="connsiteX7" fmla="*/ 2864828 w 6875588"/>
              <a:gd name="connsiteY7" fmla="*/ 286483 h 3724277"/>
              <a:gd name="connsiteX8" fmla="*/ 2864828 w 6875588"/>
              <a:gd name="connsiteY8" fmla="*/ 859449 h 3724277"/>
              <a:gd name="connsiteX9" fmla="*/ 3437794 w 6875588"/>
              <a:gd name="connsiteY9" fmla="*/ 859449 h 3724277"/>
              <a:gd name="connsiteX10" fmla="*/ 3437794 w 6875588"/>
              <a:gd name="connsiteY10" fmla="*/ 286483 h 3724277"/>
              <a:gd name="connsiteX11" fmla="*/ 5156691 w 6875588"/>
              <a:gd name="connsiteY11" fmla="*/ 286483 h 3724277"/>
              <a:gd name="connsiteX12" fmla="*/ 5156691 w 6875588"/>
              <a:gd name="connsiteY12" fmla="*/ 1432414 h 3724277"/>
              <a:gd name="connsiteX13" fmla="*/ 5729657 w 6875588"/>
              <a:gd name="connsiteY13" fmla="*/ 1432414 h 3724277"/>
              <a:gd name="connsiteX14" fmla="*/ 5729657 w 6875588"/>
              <a:gd name="connsiteY14" fmla="*/ 859449 h 3724277"/>
              <a:gd name="connsiteX15" fmla="*/ 6302622 w 6875588"/>
              <a:gd name="connsiteY15" fmla="*/ 859449 h 3724277"/>
              <a:gd name="connsiteX16" fmla="*/ 6302622 w 6875588"/>
              <a:gd name="connsiteY16" fmla="*/ 286483 h 3724277"/>
              <a:gd name="connsiteX17" fmla="*/ 6875588 w 6875588"/>
              <a:gd name="connsiteY17" fmla="*/ 286483 h 3724277"/>
              <a:gd name="connsiteX18" fmla="*/ 6875588 w 6875588"/>
              <a:gd name="connsiteY18" fmla="*/ 2005380 h 3724277"/>
              <a:gd name="connsiteX19" fmla="*/ 5156691 w 6875588"/>
              <a:gd name="connsiteY19" fmla="*/ 2005380 h 3724277"/>
              <a:gd name="connsiteX20" fmla="*/ 5156691 w 6875588"/>
              <a:gd name="connsiteY20" fmla="*/ 2578346 h 3724277"/>
              <a:gd name="connsiteX21" fmla="*/ 4583725 w 6875588"/>
              <a:gd name="connsiteY21" fmla="*/ 2578346 h 3724277"/>
              <a:gd name="connsiteX22" fmla="*/ 4583725 w 6875588"/>
              <a:gd name="connsiteY22" fmla="*/ 3151311 h 3724277"/>
              <a:gd name="connsiteX23" fmla="*/ 4010760 w 6875588"/>
              <a:gd name="connsiteY23" fmla="*/ 3151311 h 3724277"/>
              <a:gd name="connsiteX24" fmla="*/ 4010760 w 6875588"/>
              <a:gd name="connsiteY24" fmla="*/ 3724277 h 3724277"/>
              <a:gd name="connsiteX25" fmla="*/ 5156691 w 6875588"/>
              <a:gd name="connsiteY25" fmla="*/ 3724277 h 3724277"/>
              <a:gd name="connsiteX26" fmla="*/ 5156691 w 6875588"/>
              <a:gd name="connsiteY26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2291863 w 6875588"/>
              <a:gd name="connsiteY5" fmla="*/ 286483 h 3724277"/>
              <a:gd name="connsiteX6" fmla="*/ 2864828 w 6875588"/>
              <a:gd name="connsiteY6" fmla="*/ 286483 h 3724277"/>
              <a:gd name="connsiteX7" fmla="*/ 2864828 w 6875588"/>
              <a:gd name="connsiteY7" fmla="*/ 859449 h 3724277"/>
              <a:gd name="connsiteX8" fmla="*/ 3437794 w 6875588"/>
              <a:gd name="connsiteY8" fmla="*/ 859449 h 3724277"/>
              <a:gd name="connsiteX9" fmla="*/ 3437794 w 6875588"/>
              <a:gd name="connsiteY9" fmla="*/ 286483 h 3724277"/>
              <a:gd name="connsiteX10" fmla="*/ 5156691 w 6875588"/>
              <a:gd name="connsiteY10" fmla="*/ 286483 h 3724277"/>
              <a:gd name="connsiteX11" fmla="*/ 5156691 w 6875588"/>
              <a:gd name="connsiteY11" fmla="*/ 1432414 h 3724277"/>
              <a:gd name="connsiteX12" fmla="*/ 5729657 w 6875588"/>
              <a:gd name="connsiteY12" fmla="*/ 1432414 h 3724277"/>
              <a:gd name="connsiteX13" fmla="*/ 5729657 w 6875588"/>
              <a:gd name="connsiteY13" fmla="*/ 859449 h 3724277"/>
              <a:gd name="connsiteX14" fmla="*/ 6302622 w 6875588"/>
              <a:gd name="connsiteY14" fmla="*/ 859449 h 3724277"/>
              <a:gd name="connsiteX15" fmla="*/ 6302622 w 6875588"/>
              <a:gd name="connsiteY15" fmla="*/ 286483 h 3724277"/>
              <a:gd name="connsiteX16" fmla="*/ 6875588 w 6875588"/>
              <a:gd name="connsiteY16" fmla="*/ 286483 h 3724277"/>
              <a:gd name="connsiteX17" fmla="*/ 6875588 w 6875588"/>
              <a:gd name="connsiteY17" fmla="*/ 2005380 h 3724277"/>
              <a:gd name="connsiteX18" fmla="*/ 5156691 w 6875588"/>
              <a:gd name="connsiteY18" fmla="*/ 2005380 h 3724277"/>
              <a:gd name="connsiteX19" fmla="*/ 5156691 w 6875588"/>
              <a:gd name="connsiteY19" fmla="*/ 2578346 h 3724277"/>
              <a:gd name="connsiteX20" fmla="*/ 4583725 w 6875588"/>
              <a:gd name="connsiteY20" fmla="*/ 2578346 h 3724277"/>
              <a:gd name="connsiteX21" fmla="*/ 4583725 w 6875588"/>
              <a:gd name="connsiteY21" fmla="*/ 3151311 h 3724277"/>
              <a:gd name="connsiteX22" fmla="*/ 4010760 w 6875588"/>
              <a:gd name="connsiteY22" fmla="*/ 3151311 h 3724277"/>
              <a:gd name="connsiteX23" fmla="*/ 4010760 w 6875588"/>
              <a:gd name="connsiteY23" fmla="*/ 3724277 h 3724277"/>
              <a:gd name="connsiteX24" fmla="*/ 5156691 w 6875588"/>
              <a:gd name="connsiteY24" fmla="*/ 3724277 h 3724277"/>
              <a:gd name="connsiteX25" fmla="*/ 5156691 w 6875588"/>
              <a:gd name="connsiteY25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2864828 w 6875588"/>
              <a:gd name="connsiteY5" fmla="*/ 286483 h 3724277"/>
              <a:gd name="connsiteX6" fmla="*/ 2864828 w 6875588"/>
              <a:gd name="connsiteY6" fmla="*/ 859449 h 3724277"/>
              <a:gd name="connsiteX7" fmla="*/ 3437794 w 6875588"/>
              <a:gd name="connsiteY7" fmla="*/ 859449 h 3724277"/>
              <a:gd name="connsiteX8" fmla="*/ 3437794 w 6875588"/>
              <a:gd name="connsiteY8" fmla="*/ 286483 h 3724277"/>
              <a:gd name="connsiteX9" fmla="*/ 5156691 w 6875588"/>
              <a:gd name="connsiteY9" fmla="*/ 286483 h 3724277"/>
              <a:gd name="connsiteX10" fmla="*/ 5156691 w 6875588"/>
              <a:gd name="connsiteY10" fmla="*/ 1432414 h 3724277"/>
              <a:gd name="connsiteX11" fmla="*/ 5729657 w 6875588"/>
              <a:gd name="connsiteY11" fmla="*/ 1432414 h 3724277"/>
              <a:gd name="connsiteX12" fmla="*/ 5729657 w 6875588"/>
              <a:gd name="connsiteY12" fmla="*/ 859449 h 3724277"/>
              <a:gd name="connsiteX13" fmla="*/ 6302622 w 6875588"/>
              <a:gd name="connsiteY13" fmla="*/ 859449 h 3724277"/>
              <a:gd name="connsiteX14" fmla="*/ 6302622 w 6875588"/>
              <a:gd name="connsiteY14" fmla="*/ 286483 h 3724277"/>
              <a:gd name="connsiteX15" fmla="*/ 6875588 w 6875588"/>
              <a:gd name="connsiteY15" fmla="*/ 286483 h 3724277"/>
              <a:gd name="connsiteX16" fmla="*/ 6875588 w 6875588"/>
              <a:gd name="connsiteY16" fmla="*/ 2005380 h 3724277"/>
              <a:gd name="connsiteX17" fmla="*/ 5156691 w 6875588"/>
              <a:gd name="connsiteY17" fmla="*/ 2005380 h 3724277"/>
              <a:gd name="connsiteX18" fmla="*/ 5156691 w 6875588"/>
              <a:gd name="connsiteY18" fmla="*/ 2578346 h 3724277"/>
              <a:gd name="connsiteX19" fmla="*/ 4583725 w 6875588"/>
              <a:gd name="connsiteY19" fmla="*/ 2578346 h 3724277"/>
              <a:gd name="connsiteX20" fmla="*/ 4583725 w 6875588"/>
              <a:gd name="connsiteY20" fmla="*/ 3151311 h 3724277"/>
              <a:gd name="connsiteX21" fmla="*/ 4010760 w 6875588"/>
              <a:gd name="connsiteY21" fmla="*/ 3151311 h 3724277"/>
              <a:gd name="connsiteX22" fmla="*/ 4010760 w 6875588"/>
              <a:gd name="connsiteY22" fmla="*/ 3724277 h 3724277"/>
              <a:gd name="connsiteX23" fmla="*/ 5156691 w 6875588"/>
              <a:gd name="connsiteY23" fmla="*/ 3724277 h 3724277"/>
              <a:gd name="connsiteX24" fmla="*/ 5156691 w 6875588"/>
              <a:gd name="connsiteY24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2864828 w 6875588"/>
              <a:gd name="connsiteY5" fmla="*/ 859449 h 3724277"/>
              <a:gd name="connsiteX6" fmla="*/ 3437794 w 6875588"/>
              <a:gd name="connsiteY6" fmla="*/ 859449 h 3724277"/>
              <a:gd name="connsiteX7" fmla="*/ 3437794 w 6875588"/>
              <a:gd name="connsiteY7" fmla="*/ 286483 h 3724277"/>
              <a:gd name="connsiteX8" fmla="*/ 5156691 w 6875588"/>
              <a:gd name="connsiteY8" fmla="*/ 286483 h 3724277"/>
              <a:gd name="connsiteX9" fmla="*/ 5156691 w 6875588"/>
              <a:gd name="connsiteY9" fmla="*/ 1432414 h 3724277"/>
              <a:gd name="connsiteX10" fmla="*/ 5729657 w 6875588"/>
              <a:gd name="connsiteY10" fmla="*/ 1432414 h 3724277"/>
              <a:gd name="connsiteX11" fmla="*/ 5729657 w 6875588"/>
              <a:gd name="connsiteY11" fmla="*/ 859449 h 3724277"/>
              <a:gd name="connsiteX12" fmla="*/ 6302622 w 6875588"/>
              <a:gd name="connsiteY12" fmla="*/ 859449 h 3724277"/>
              <a:gd name="connsiteX13" fmla="*/ 6302622 w 6875588"/>
              <a:gd name="connsiteY13" fmla="*/ 286483 h 3724277"/>
              <a:gd name="connsiteX14" fmla="*/ 6875588 w 6875588"/>
              <a:gd name="connsiteY14" fmla="*/ 286483 h 3724277"/>
              <a:gd name="connsiteX15" fmla="*/ 6875588 w 6875588"/>
              <a:gd name="connsiteY15" fmla="*/ 2005380 h 3724277"/>
              <a:gd name="connsiteX16" fmla="*/ 5156691 w 6875588"/>
              <a:gd name="connsiteY16" fmla="*/ 2005380 h 3724277"/>
              <a:gd name="connsiteX17" fmla="*/ 5156691 w 6875588"/>
              <a:gd name="connsiteY17" fmla="*/ 2578346 h 3724277"/>
              <a:gd name="connsiteX18" fmla="*/ 4583725 w 6875588"/>
              <a:gd name="connsiteY18" fmla="*/ 2578346 h 3724277"/>
              <a:gd name="connsiteX19" fmla="*/ 4583725 w 6875588"/>
              <a:gd name="connsiteY19" fmla="*/ 3151311 h 3724277"/>
              <a:gd name="connsiteX20" fmla="*/ 4010760 w 6875588"/>
              <a:gd name="connsiteY20" fmla="*/ 3151311 h 3724277"/>
              <a:gd name="connsiteX21" fmla="*/ 4010760 w 6875588"/>
              <a:gd name="connsiteY21" fmla="*/ 3724277 h 3724277"/>
              <a:gd name="connsiteX22" fmla="*/ 5156691 w 6875588"/>
              <a:gd name="connsiteY22" fmla="*/ 3724277 h 3724277"/>
              <a:gd name="connsiteX23" fmla="*/ 5156691 w 6875588"/>
              <a:gd name="connsiteY23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3437794 w 6875588"/>
              <a:gd name="connsiteY5" fmla="*/ 859449 h 3724277"/>
              <a:gd name="connsiteX6" fmla="*/ 3437794 w 6875588"/>
              <a:gd name="connsiteY6" fmla="*/ 286483 h 3724277"/>
              <a:gd name="connsiteX7" fmla="*/ 5156691 w 6875588"/>
              <a:gd name="connsiteY7" fmla="*/ 286483 h 3724277"/>
              <a:gd name="connsiteX8" fmla="*/ 5156691 w 6875588"/>
              <a:gd name="connsiteY8" fmla="*/ 1432414 h 3724277"/>
              <a:gd name="connsiteX9" fmla="*/ 5729657 w 6875588"/>
              <a:gd name="connsiteY9" fmla="*/ 1432414 h 3724277"/>
              <a:gd name="connsiteX10" fmla="*/ 5729657 w 6875588"/>
              <a:gd name="connsiteY10" fmla="*/ 859449 h 3724277"/>
              <a:gd name="connsiteX11" fmla="*/ 6302622 w 6875588"/>
              <a:gd name="connsiteY11" fmla="*/ 859449 h 3724277"/>
              <a:gd name="connsiteX12" fmla="*/ 6302622 w 6875588"/>
              <a:gd name="connsiteY12" fmla="*/ 286483 h 3724277"/>
              <a:gd name="connsiteX13" fmla="*/ 6875588 w 6875588"/>
              <a:gd name="connsiteY13" fmla="*/ 286483 h 3724277"/>
              <a:gd name="connsiteX14" fmla="*/ 6875588 w 6875588"/>
              <a:gd name="connsiteY14" fmla="*/ 2005380 h 3724277"/>
              <a:gd name="connsiteX15" fmla="*/ 5156691 w 6875588"/>
              <a:gd name="connsiteY15" fmla="*/ 2005380 h 3724277"/>
              <a:gd name="connsiteX16" fmla="*/ 5156691 w 6875588"/>
              <a:gd name="connsiteY16" fmla="*/ 2578346 h 3724277"/>
              <a:gd name="connsiteX17" fmla="*/ 4583725 w 6875588"/>
              <a:gd name="connsiteY17" fmla="*/ 2578346 h 3724277"/>
              <a:gd name="connsiteX18" fmla="*/ 4583725 w 6875588"/>
              <a:gd name="connsiteY18" fmla="*/ 3151311 h 3724277"/>
              <a:gd name="connsiteX19" fmla="*/ 4010760 w 6875588"/>
              <a:gd name="connsiteY19" fmla="*/ 3151311 h 3724277"/>
              <a:gd name="connsiteX20" fmla="*/ 4010760 w 6875588"/>
              <a:gd name="connsiteY20" fmla="*/ 3724277 h 3724277"/>
              <a:gd name="connsiteX21" fmla="*/ 5156691 w 6875588"/>
              <a:gd name="connsiteY21" fmla="*/ 3724277 h 3724277"/>
              <a:gd name="connsiteX22" fmla="*/ 5156691 w 6875588"/>
              <a:gd name="connsiteY22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3437794 w 6875588"/>
              <a:gd name="connsiteY5" fmla="*/ 286483 h 3724277"/>
              <a:gd name="connsiteX6" fmla="*/ 5156691 w 6875588"/>
              <a:gd name="connsiteY6" fmla="*/ 286483 h 3724277"/>
              <a:gd name="connsiteX7" fmla="*/ 5156691 w 6875588"/>
              <a:gd name="connsiteY7" fmla="*/ 1432414 h 3724277"/>
              <a:gd name="connsiteX8" fmla="*/ 5729657 w 6875588"/>
              <a:gd name="connsiteY8" fmla="*/ 1432414 h 3724277"/>
              <a:gd name="connsiteX9" fmla="*/ 5729657 w 6875588"/>
              <a:gd name="connsiteY9" fmla="*/ 859449 h 3724277"/>
              <a:gd name="connsiteX10" fmla="*/ 6302622 w 6875588"/>
              <a:gd name="connsiteY10" fmla="*/ 859449 h 3724277"/>
              <a:gd name="connsiteX11" fmla="*/ 6302622 w 6875588"/>
              <a:gd name="connsiteY11" fmla="*/ 286483 h 3724277"/>
              <a:gd name="connsiteX12" fmla="*/ 6875588 w 6875588"/>
              <a:gd name="connsiteY12" fmla="*/ 286483 h 3724277"/>
              <a:gd name="connsiteX13" fmla="*/ 6875588 w 6875588"/>
              <a:gd name="connsiteY13" fmla="*/ 2005380 h 3724277"/>
              <a:gd name="connsiteX14" fmla="*/ 5156691 w 6875588"/>
              <a:gd name="connsiteY14" fmla="*/ 2005380 h 3724277"/>
              <a:gd name="connsiteX15" fmla="*/ 5156691 w 6875588"/>
              <a:gd name="connsiteY15" fmla="*/ 2578346 h 3724277"/>
              <a:gd name="connsiteX16" fmla="*/ 4583725 w 6875588"/>
              <a:gd name="connsiteY16" fmla="*/ 2578346 h 3724277"/>
              <a:gd name="connsiteX17" fmla="*/ 4583725 w 6875588"/>
              <a:gd name="connsiteY17" fmla="*/ 3151311 h 3724277"/>
              <a:gd name="connsiteX18" fmla="*/ 4010760 w 6875588"/>
              <a:gd name="connsiteY18" fmla="*/ 3151311 h 3724277"/>
              <a:gd name="connsiteX19" fmla="*/ 4010760 w 6875588"/>
              <a:gd name="connsiteY19" fmla="*/ 3724277 h 3724277"/>
              <a:gd name="connsiteX20" fmla="*/ 5156691 w 6875588"/>
              <a:gd name="connsiteY20" fmla="*/ 3724277 h 3724277"/>
              <a:gd name="connsiteX21" fmla="*/ 5156691 w 6875588"/>
              <a:gd name="connsiteY21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5156691 w 6875588"/>
              <a:gd name="connsiteY5" fmla="*/ 286483 h 3724277"/>
              <a:gd name="connsiteX6" fmla="*/ 5156691 w 6875588"/>
              <a:gd name="connsiteY6" fmla="*/ 1432414 h 3724277"/>
              <a:gd name="connsiteX7" fmla="*/ 5729657 w 6875588"/>
              <a:gd name="connsiteY7" fmla="*/ 1432414 h 3724277"/>
              <a:gd name="connsiteX8" fmla="*/ 5729657 w 6875588"/>
              <a:gd name="connsiteY8" fmla="*/ 859449 h 3724277"/>
              <a:gd name="connsiteX9" fmla="*/ 6302622 w 6875588"/>
              <a:gd name="connsiteY9" fmla="*/ 859449 h 3724277"/>
              <a:gd name="connsiteX10" fmla="*/ 6302622 w 6875588"/>
              <a:gd name="connsiteY10" fmla="*/ 286483 h 3724277"/>
              <a:gd name="connsiteX11" fmla="*/ 6875588 w 6875588"/>
              <a:gd name="connsiteY11" fmla="*/ 286483 h 3724277"/>
              <a:gd name="connsiteX12" fmla="*/ 6875588 w 6875588"/>
              <a:gd name="connsiteY12" fmla="*/ 2005380 h 3724277"/>
              <a:gd name="connsiteX13" fmla="*/ 5156691 w 6875588"/>
              <a:gd name="connsiteY13" fmla="*/ 2005380 h 3724277"/>
              <a:gd name="connsiteX14" fmla="*/ 5156691 w 6875588"/>
              <a:gd name="connsiteY14" fmla="*/ 2578346 h 3724277"/>
              <a:gd name="connsiteX15" fmla="*/ 4583725 w 6875588"/>
              <a:gd name="connsiteY15" fmla="*/ 2578346 h 3724277"/>
              <a:gd name="connsiteX16" fmla="*/ 4583725 w 6875588"/>
              <a:gd name="connsiteY16" fmla="*/ 3151311 h 3724277"/>
              <a:gd name="connsiteX17" fmla="*/ 4010760 w 6875588"/>
              <a:gd name="connsiteY17" fmla="*/ 3151311 h 3724277"/>
              <a:gd name="connsiteX18" fmla="*/ 4010760 w 6875588"/>
              <a:gd name="connsiteY18" fmla="*/ 3724277 h 3724277"/>
              <a:gd name="connsiteX19" fmla="*/ 5156691 w 6875588"/>
              <a:gd name="connsiteY19" fmla="*/ 3724277 h 3724277"/>
              <a:gd name="connsiteX20" fmla="*/ 5156691 w 6875588"/>
              <a:gd name="connsiteY20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5156691 w 6875588"/>
              <a:gd name="connsiteY5" fmla="*/ 1432414 h 3724277"/>
              <a:gd name="connsiteX6" fmla="*/ 5729657 w 6875588"/>
              <a:gd name="connsiteY6" fmla="*/ 1432414 h 3724277"/>
              <a:gd name="connsiteX7" fmla="*/ 5729657 w 6875588"/>
              <a:gd name="connsiteY7" fmla="*/ 859449 h 3724277"/>
              <a:gd name="connsiteX8" fmla="*/ 6302622 w 6875588"/>
              <a:gd name="connsiteY8" fmla="*/ 859449 h 3724277"/>
              <a:gd name="connsiteX9" fmla="*/ 6302622 w 6875588"/>
              <a:gd name="connsiteY9" fmla="*/ 286483 h 3724277"/>
              <a:gd name="connsiteX10" fmla="*/ 6875588 w 6875588"/>
              <a:gd name="connsiteY10" fmla="*/ 286483 h 3724277"/>
              <a:gd name="connsiteX11" fmla="*/ 6875588 w 6875588"/>
              <a:gd name="connsiteY11" fmla="*/ 2005380 h 3724277"/>
              <a:gd name="connsiteX12" fmla="*/ 5156691 w 6875588"/>
              <a:gd name="connsiteY12" fmla="*/ 2005380 h 3724277"/>
              <a:gd name="connsiteX13" fmla="*/ 5156691 w 6875588"/>
              <a:gd name="connsiteY13" fmla="*/ 2578346 h 3724277"/>
              <a:gd name="connsiteX14" fmla="*/ 4583725 w 6875588"/>
              <a:gd name="connsiteY14" fmla="*/ 2578346 h 3724277"/>
              <a:gd name="connsiteX15" fmla="*/ 4583725 w 6875588"/>
              <a:gd name="connsiteY15" fmla="*/ 3151311 h 3724277"/>
              <a:gd name="connsiteX16" fmla="*/ 4010760 w 6875588"/>
              <a:gd name="connsiteY16" fmla="*/ 3151311 h 3724277"/>
              <a:gd name="connsiteX17" fmla="*/ 4010760 w 6875588"/>
              <a:gd name="connsiteY17" fmla="*/ 3724277 h 3724277"/>
              <a:gd name="connsiteX18" fmla="*/ 5156691 w 6875588"/>
              <a:gd name="connsiteY18" fmla="*/ 3724277 h 3724277"/>
              <a:gd name="connsiteX19" fmla="*/ 5156691 w 6875588"/>
              <a:gd name="connsiteY19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5729657 w 6875588"/>
              <a:gd name="connsiteY5" fmla="*/ 1432414 h 3724277"/>
              <a:gd name="connsiteX6" fmla="*/ 5729657 w 6875588"/>
              <a:gd name="connsiteY6" fmla="*/ 859449 h 3724277"/>
              <a:gd name="connsiteX7" fmla="*/ 6302622 w 6875588"/>
              <a:gd name="connsiteY7" fmla="*/ 859449 h 3724277"/>
              <a:gd name="connsiteX8" fmla="*/ 6302622 w 6875588"/>
              <a:gd name="connsiteY8" fmla="*/ 286483 h 3724277"/>
              <a:gd name="connsiteX9" fmla="*/ 6875588 w 6875588"/>
              <a:gd name="connsiteY9" fmla="*/ 286483 h 3724277"/>
              <a:gd name="connsiteX10" fmla="*/ 6875588 w 6875588"/>
              <a:gd name="connsiteY10" fmla="*/ 2005380 h 3724277"/>
              <a:gd name="connsiteX11" fmla="*/ 5156691 w 6875588"/>
              <a:gd name="connsiteY11" fmla="*/ 2005380 h 3724277"/>
              <a:gd name="connsiteX12" fmla="*/ 5156691 w 6875588"/>
              <a:gd name="connsiteY12" fmla="*/ 2578346 h 3724277"/>
              <a:gd name="connsiteX13" fmla="*/ 4583725 w 6875588"/>
              <a:gd name="connsiteY13" fmla="*/ 2578346 h 3724277"/>
              <a:gd name="connsiteX14" fmla="*/ 4583725 w 6875588"/>
              <a:gd name="connsiteY14" fmla="*/ 3151311 h 3724277"/>
              <a:gd name="connsiteX15" fmla="*/ 4010760 w 6875588"/>
              <a:gd name="connsiteY15" fmla="*/ 3151311 h 3724277"/>
              <a:gd name="connsiteX16" fmla="*/ 4010760 w 6875588"/>
              <a:gd name="connsiteY16" fmla="*/ 3724277 h 3724277"/>
              <a:gd name="connsiteX17" fmla="*/ 5156691 w 6875588"/>
              <a:gd name="connsiteY17" fmla="*/ 3724277 h 3724277"/>
              <a:gd name="connsiteX18" fmla="*/ 5156691 w 6875588"/>
              <a:gd name="connsiteY18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5729657 w 6875588"/>
              <a:gd name="connsiteY5" fmla="*/ 859449 h 3724277"/>
              <a:gd name="connsiteX6" fmla="*/ 6302622 w 6875588"/>
              <a:gd name="connsiteY6" fmla="*/ 859449 h 3724277"/>
              <a:gd name="connsiteX7" fmla="*/ 6302622 w 6875588"/>
              <a:gd name="connsiteY7" fmla="*/ 286483 h 3724277"/>
              <a:gd name="connsiteX8" fmla="*/ 6875588 w 6875588"/>
              <a:gd name="connsiteY8" fmla="*/ 286483 h 3724277"/>
              <a:gd name="connsiteX9" fmla="*/ 6875588 w 6875588"/>
              <a:gd name="connsiteY9" fmla="*/ 2005380 h 3724277"/>
              <a:gd name="connsiteX10" fmla="*/ 5156691 w 6875588"/>
              <a:gd name="connsiteY10" fmla="*/ 2005380 h 3724277"/>
              <a:gd name="connsiteX11" fmla="*/ 5156691 w 6875588"/>
              <a:gd name="connsiteY11" fmla="*/ 2578346 h 3724277"/>
              <a:gd name="connsiteX12" fmla="*/ 4583725 w 6875588"/>
              <a:gd name="connsiteY12" fmla="*/ 2578346 h 3724277"/>
              <a:gd name="connsiteX13" fmla="*/ 4583725 w 6875588"/>
              <a:gd name="connsiteY13" fmla="*/ 3151311 h 3724277"/>
              <a:gd name="connsiteX14" fmla="*/ 4010760 w 6875588"/>
              <a:gd name="connsiteY14" fmla="*/ 3151311 h 3724277"/>
              <a:gd name="connsiteX15" fmla="*/ 4010760 w 6875588"/>
              <a:gd name="connsiteY15" fmla="*/ 3724277 h 3724277"/>
              <a:gd name="connsiteX16" fmla="*/ 5156691 w 6875588"/>
              <a:gd name="connsiteY16" fmla="*/ 3724277 h 3724277"/>
              <a:gd name="connsiteX17" fmla="*/ 5156691 w 6875588"/>
              <a:gd name="connsiteY17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6302622 w 6875588"/>
              <a:gd name="connsiteY5" fmla="*/ 859449 h 3724277"/>
              <a:gd name="connsiteX6" fmla="*/ 6302622 w 6875588"/>
              <a:gd name="connsiteY6" fmla="*/ 286483 h 3724277"/>
              <a:gd name="connsiteX7" fmla="*/ 6875588 w 6875588"/>
              <a:gd name="connsiteY7" fmla="*/ 286483 h 3724277"/>
              <a:gd name="connsiteX8" fmla="*/ 6875588 w 6875588"/>
              <a:gd name="connsiteY8" fmla="*/ 2005380 h 3724277"/>
              <a:gd name="connsiteX9" fmla="*/ 5156691 w 6875588"/>
              <a:gd name="connsiteY9" fmla="*/ 2005380 h 3724277"/>
              <a:gd name="connsiteX10" fmla="*/ 5156691 w 6875588"/>
              <a:gd name="connsiteY10" fmla="*/ 2578346 h 3724277"/>
              <a:gd name="connsiteX11" fmla="*/ 4583725 w 6875588"/>
              <a:gd name="connsiteY11" fmla="*/ 2578346 h 3724277"/>
              <a:gd name="connsiteX12" fmla="*/ 4583725 w 6875588"/>
              <a:gd name="connsiteY12" fmla="*/ 3151311 h 3724277"/>
              <a:gd name="connsiteX13" fmla="*/ 4010760 w 6875588"/>
              <a:gd name="connsiteY13" fmla="*/ 3151311 h 3724277"/>
              <a:gd name="connsiteX14" fmla="*/ 4010760 w 6875588"/>
              <a:gd name="connsiteY14" fmla="*/ 3724277 h 3724277"/>
              <a:gd name="connsiteX15" fmla="*/ 5156691 w 6875588"/>
              <a:gd name="connsiteY15" fmla="*/ 3724277 h 3724277"/>
              <a:gd name="connsiteX16" fmla="*/ 5156691 w 6875588"/>
              <a:gd name="connsiteY16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6302622 w 6875588"/>
              <a:gd name="connsiteY5" fmla="*/ 286483 h 3724277"/>
              <a:gd name="connsiteX6" fmla="*/ 6875588 w 6875588"/>
              <a:gd name="connsiteY6" fmla="*/ 286483 h 3724277"/>
              <a:gd name="connsiteX7" fmla="*/ 6875588 w 6875588"/>
              <a:gd name="connsiteY7" fmla="*/ 2005380 h 3724277"/>
              <a:gd name="connsiteX8" fmla="*/ 5156691 w 6875588"/>
              <a:gd name="connsiteY8" fmla="*/ 2005380 h 3724277"/>
              <a:gd name="connsiteX9" fmla="*/ 5156691 w 6875588"/>
              <a:gd name="connsiteY9" fmla="*/ 2578346 h 3724277"/>
              <a:gd name="connsiteX10" fmla="*/ 4583725 w 6875588"/>
              <a:gd name="connsiteY10" fmla="*/ 2578346 h 3724277"/>
              <a:gd name="connsiteX11" fmla="*/ 4583725 w 6875588"/>
              <a:gd name="connsiteY11" fmla="*/ 3151311 h 3724277"/>
              <a:gd name="connsiteX12" fmla="*/ 4010760 w 6875588"/>
              <a:gd name="connsiteY12" fmla="*/ 3151311 h 3724277"/>
              <a:gd name="connsiteX13" fmla="*/ 4010760 w 6875588"/>
              <a:gd name="connsiteY13" fmla="*/ 3724277 h 3724277"/>
              <a:gd name="connsiteX14" fmla="*/ 5156691 w 6875588"/>
              <a:gd name="connsiteY14" fmla="*/ 3724277 h 3724277"/>
              <a:gd name="connsiteX15" fmla="*/ 5156691 w 6875588"/>
              <a:gd name="connsiteY15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6875588 w 6875588"/>
              <a:gd name="connsiteY5" fmla="*/ 286483 h 3724277"/>
              <a:gd name="connsiteX6" fmla="*/ 6875588 w 6875588"/>
              <a:gd name="connsiteY6" fmla="*/ 2005380 h 3724277"/>
              <a:gd name="connsiteX7" fmla="*/ 5156691 w 6875588"/>
              <a:gd name="connsiteY7" fmla="*/ 2005380 h 3724277"/>
              <a:gd name="connsiteX8" fmla="*/ 5156691 w 6875588"/>
              <a:gd name="connsiteY8" fmla="*/ 2578346 h 3724277"/>
              <a:gd name="connsiteX9" fmla="*/ 4583725 w 6875588"/>
              <a:gd name="connsiteY9" fmla="*/ 2578346 h 3724277"/>
              <a:gd name="connsiteX10" fmla="*/ 4583725 w 6875588"/>
              <a:gd name="connsiteY10" fmla="*/ 3151311 h 3724277"/>
              <a:gd name="connsiteX11" fmla="*/ 4010760 w 6875588"/>
              <a:gd name="connsiteY11" fmla="*/ 3151311 h 3724277"/>
              <a:gd name="connsiteX12" fmla="*/ 4010760 w 6875588"/>
              <a:gd name="connsiteY12" fmla="*/ 3724277 h 3724277"/>
              <a:gd name="connsiteX13" fmla="*/ 5156691 w 6875588"/>
              <a:gd name="connsiteY13" fmla="*/ 3724277 h 3724277"/>
              <a:gd name="connsiteX14" fmla="*/ 5156691 w 6875588"/>
              <a:gd name="connsiteY14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6875588 w 6875588"/>
              <a:gd name="connsiteY5" fmla="*/ 2005380 h 3724277"/>
              <a:gd name="connsiteX6" fmla="*/ 5156691 w 6875588"/>
              <a:gd name="connsiteY6" fmla="*/ 2005380 h 3724277"/>
              <a:gd name="connsiteX7" fmla="*/ 5156691 w 6875588"/>
              <a:gd name="connsiteY7" fmla="*/ 2578346 h 3724277"/>
              <a:gd name="connsiteX8" fmla="*/ 4583725 w 6875588"/>
              <a:gd name="connsiteY8" fmla="*/ 2578346 h 3724277"/>
              <a:gd name="connsiteX9" fmla="*/ 4583725 w 6875588"/>
              <a:gd name="connsiteY9" fmla="*/ 3151311 h 3724277"/>
              <a:gd name="connsiteX10" fmla="*/ 4010760 w 6875588"/>
              <a:gd name="connsiteY10" fmla="*/ 3151311 h 3724277"/>
              <a:gd name="connsiteX11" fmla="*/ 4010760 w 6875588"/>
              <a:gd name="connsiteY11" fmla="*/ 3724277 h 3724277"/>
              <a:gd name="connsiteX12" fmla="*/ 5156691 w 6875588"/>
              <a:gd name="connsiteY12" fmla="*/ 3724277 h 3724277"/>
              <a:gd name="connsiteX13" fmla="*/ 5156691 w 6875588"/>
              <a:gd name="connsiteY13" fmla="*/ 3151311 h 3724277"/>
              <a:gd name="connsiteX0" fmla="*/ 1145931 w 5156691"/>
              <a:gd name="connsiteY0" fmla="*/ 0 h 3724277"/>
              <a:gd name="connsiteX1" fmla="*/ 1145931 w 5156691"/>
              <a:gd name="connsiteY1" fmla="*/ 286483 h 3724277"/>
              <a:gd name="connsiteX2" fmla="*/ 0 w 5156691"/>
              <a:gd name="connsiteY2" fmla="*/ 286483 h 3724277"/>
              <a:gd name="connsiteX3" fmla="*/ 0 w 5156691"/>
              <a:gd name="connsiteY3" fmla="*/ 2005380 h 3724277"/>
              <a:gd name="connsiteX4" fmla="*/ 1145931 w 5156691"/>
              <a:gd name="connsiteY4" fmla="*/ 2005380 h 3724277"/>
              <a:gd name="connsiteX5" fmla="*/ 5156691 w 5156691"/>
              <a:gd name="connsiteY5" fmla="*/ 2005380 h 3724277"/>
              <a:gd name="connsiteX6" fmla="*/ 5156691 w 5156691"/>
              <a:gd name="connsiteY6" fmla="*/ 2578346 h 3724277"/>
              <a:gd name="connsiteX7" fmla="*/ 4583725 w 5156691"/>
              <a:gd name="connsiteY7" fmla="*/ 2578346 h 3724277"/>
              <a:gd name="connsiteX8" fmla="*/ 4583725 w 5156691"/>
              <a:gd name="connsiteY8" fmla="*/ 3151311 h 3724277"/>
              <a:gd name="connsiteX9" fmla="*/ 4010760 w 5156691"/>
              <a:gd name="connsiteY9" fmla="*/ 3151311 h 3724277"/>
              <a:gd name="connsiteX10" fmla="*/ 4010760 w 5156691"/>
              <a:gd name="connsiteY10" fmla="*/ 3724277 h 3724277"/>
              <a:gd name="connsiteX11" fmla="*/ 5156691 w 5156691"/>
              <a:gd name="connsiteY11" fmla="*/ 3724277 h 3724277"/>
              <a:gd name="connsiteX12" fmla="*/ 5156691 w 5156691"/>
              <a:gd name="connsiteY12" fmla="*/ 3151311 h 3724277"/>
              <a:gd name="connsiteX0" fmla="*/ 1145931 w 5156691"/>
              <a:gd name="connsiteY0" fmla="*/ 0 h 3724277"/>
              <a:gd name="connsiteX1" fmla="*/ 1145931 w 5156691"/>
              <a:gd name="connsiteY1" fmla="*/ 286483 h 3724277"/>
              <a:gd name="connsiteX2" fmla="*/ 0 w 5156691"/>
              <a:gd name="connsiteY2" fmla="*/ 286483 h 3724277"/>
              <a:gd name="connsiteX3" fmla="*/ 0 w 5156691"/>
              <a:gd name="connsiteY3" fmla="*/ 2005380 h 3724277"/>
              <a:gd name="connsiteX4" fmla="*/ 1145931 w 5156691"/>
              <a:gd name="connsiteY4" fmla="*/ 2005380 h 3724277"/>
              <a:gd name="connsiteX5" fmla="*/ 5156691 w 5156691"/>
              <a:gd name="connsiteY5" fmla="*/ 2578346 h 3724277"/>
              <a:gd name="connsiteX6" fmla="*/ 4583725 w 5156691"/>
              <a:gd name="connsiteY6" fmla="*/ 2578346 h 3724277"/>
              <a:gd name="connsiteX7" fmla="*/ 4583725 w 5156691"/>
              <a:gd name="connsiteY7" fmla="*/ 3151311 h 3724277"/>
              <a:gd name="connsiteX8" fmla="*/ 4010760 w 5156691"/>
              <a:gd name="connsiteY8" fmla="*/ 3151311 h 3724277"/>
              <a:gd name="connsiteX9" fmla="*/ 4010760 w 5156691"/>
              <a:gd name="connsiteY9" fmla="*/ 3724277 h 3724277"/>
              <a:gd name="connsiteX10" fmla="*/ 5156691 w 5156691"/>
              <a:gd name="connsiteY10" fmla="*/ 3724277 h 3724277"/>
              <a:gd name="connsiteX11" fmla="*/ 5156691 w 5156691"/>
              <a:gd name="connsiteY11" fmla="*/ 3151311 h 3724277"/>
              <a:gd name="connsiteX0" fmla="*/ 1145931 w 5156691"/>
              <a:gd name="connsiteY0" fmla="*/ 0 h 3724277"/>
              <a:gd name="connsiteX1" fmla="*/ 1145931 w 5156691"/>
              <a:gd name="connsiteY1" fmla="*/ 286483 h 3724277"/>
              <a:gd name="connsiteX2" fmla="*/ 0 w 5156691"/>
              <a:gd name="connsiteY2" fmla="*/ 286483 h 3724277"/>
              <a:gd name="connsiteX3" fmla="*/ 0 w 5156691"/>
              <a:gd name="connsiteY3" fmla="*/ 2005380 h 3724277"/>
              <a:gd name="connsiteX4" fmla="*/ 1145931 w 5156691"/>
              <a:gd name="connsiteY4" fmla="*/ 2005380 h 3724277"/>
              <a:gd name="connsiteX5" fmla="*/ 4583725 w 5156691"/>
              <a:gd name="connsiteY5" fmla="*/ 2578346 h 3724277"/>
              <a:gd name="connsiteX6" fmla="*/ 4583725 w 5156691"/>
              <a:gd name="connsiteY6" fmla="*/ 3151311 h 3724277"/>
              <a:gd name="connsiteX7" fmla="*/ 4010760 w 5156691"/>
              <a:gd name="connsiteY7" fmla="*/ 3151311 h 3724277"/>
              <a:gd name="connsiteX8" fmla="*/ 4010760 w 5156691"/>
              <a:gd name="connsiteY8" fmla="*/ 3724277 h 3724277"/>
              <a:gd name="connsiteX9" fmla="*/ 5156691 w 5156691"/>
              <a:gd name="connsiteY9" fmla="*/ 3724277 h 3724277"/>
              <a:gd name="connsiteX10" fmla="*/ 5156691 w 5156691"/>
              <a:gd name="connsiteY10" fmla="*/ 3151311 h 3724277"/>
              <a:gd name="connsiteX0" fmla="*/ 1145931 w 5156691"/>
              <a:gd name="connsiteY0" fmla="*/ 0 h 3724277"/>
              <a:gd name="connsiteX1" fmla="*/ 1145931 w 5156691"/>
              <a:gd name="connsiteY1" fmla="*/ 286483 h 3724277"/>
              <a:gd name="connsiteX2" fmla="*/ 0 w 5156691"/>
              <a:gd name="connsiteY2" fmla="*/ 286483 h 3724277"/>
              <a:gd name="connsiteX3" fmla="*/ 0 w 5156691"/>
              <a:gd name="connsiteY3" fmla="*/ 2005380 h 3724277"/>
              <a:gd name="connsiteX4" fmla="*/ 1145931 w 5156691"/>
              <a:gd name="connsiteY4" fmla="*/ 2005380 h 3724277"/>
              <a:gd name="connsiteX5" fmla="*/ 4583725 w 5156691"/>
              <a:gd name="connsiteY5" fmla="*/ 3151311 h 3724277"/>
              <a:gd name="connsiteX6" fmla="*/ 4010760 w 5156691"/>
              <a:gd name="connsiteY6" fmla="*/ 3151311 h 3724277"/>
              <a:gd name="connsiteX7" fmla="*/ 4010760 w 5156691"/>
              <a:gd name="connsiteY7" fmla="*/ 3724277 h 3724277"/>
              <a:gd name="connsiteX8" fmla="*/ 5156691 w 5156691"/>
              <a:gd name="connsiteY8" fmla="*/ 3724277 h 3724277"/>
              <a:gd name="connsiteX9" fmla="*/ 5156691 w 5156691"/>
              <a:gd name="connsiteY9" fmla="*/ 3151311 h 3724277"/>
              <a:gd name="connsiteX0" fmla="*/ 1145931 w 5156691"/>
              <a:gd name="connsiteY0" fmla="*/ 0 h 3724277"/>
              <a:gd name="connsiteX1" fmla="*/ 1145931 w 5156691"/>
              <a:gd name="connsiteY1" fmla="*/ 286483 h 3724277"/>
              <a:gd name="connsiteX2" fmla="*/ 0 w 5156691"/>
              <a:gd name="connsiteY2" fmla="*/ 286483 h 3724277"/>
              <a:gd name="connsiteX3" fmla="*/ 0 w 5156691"/>
              <a:gd name="connsiteY3" fmla="*/ 2005380 h 3724277"/>
              <a:gd name="connsiteX4" fmla="*/ 1145931 w 5156691"/>
              <a:gd name="connsiteY4" fmla="*/ 2005380 h 3724277"/>
              <a:gd name="connsiteX5" fmla="*/ 4010760 w 5156691"/>
              <a:gd name="connsiteY5" fmla="*/ 3151311 h 3724277"/>
              <a:gd name="connsiteX6" fmla="*/ 4010760 w 5156691"/>
              <a:gd name="connsiteY6" fmla="*/ 3724277 h 3724277"/>
              <a:gd name="connsiteX7" fmla="*/ 5156691 w 5156691"/>
              <a:gd name="connsiteY7" fmla="*/ 3724277 h 3724277"/>
              <a:gd name="connsiteX8" fmla="*/ 5156691 w 5156691"/>
              <a:gd name="connsiteY8" fmla="*/ 3151311 h 3724277"/>
              <a:gd name="connsiteX0" fmla="*/ 1145931 w 5156691"/>
              <a:gd name="connsiteY0" fmla="*/ 0 h 3724277"/>
              <a:gd name="connsiteX1" fmla="*/ 1145931 w 5156691"/>
              <a:gd name="connsiteY1" fmla="*/ 286483 h 3724277"/>
              <a:gd name="connsiteX2" fmla="*/ 0 w 5156691"/>
              <a:gd name="connsiteY2" fmla="*/ 286483 h 3724277"/>
              <a:gd name="connsiteX3" fmla="*/ 0 w 5156691"/>
              <a:gd name="connsiteY3" fmla="*/ 2005380 h 3724277"/>
              <a:gd name="connsiteX4" fmla="*/ 1145931 w 5156691"/>
              <a:gd name="connsiteY4" fmla="*/ 2005380 h 3724277"/>
              <a:gd name="connsiteX5" fmla="*/ 4010760 w 5156691"/>
              <a:gd name="connsiteY5" fmla="*/ 3724277 h 3724277"/>
              <a:gd name="connsiteX6" fmla="*/ 5156691 w 5156691"/>
              <a:gd name="connsiteY6" fmla="*/ 3724277 h 3724277"/>
              <a:gd name="connsiteX7" fmla="*/ 5156691 w 5156691"/>
              <a:gd name="connsiteY7" fmla="*/ 3151311 h 3724277"/>
              <a:gd name="connsiteX0" fmla="*/ 1145931 w 5156691"/>
              <a:gd name="connsiteY0" fmla="*/ 0 h 3724277"/>
              <a:gd name="connsiteX1" fmla="*/ 1145931 w 5156691"/>
              <a:gd name="connsiteY1" fmla="*/ 286483 h 3724277"/>
              <a:gd name="connsiteX2" fmla="*/ 0 w 5156691"/>
              <a:gd name="connsiteY2" fmla="*/ 286483 h 3724277"/>
              <a:gd name="connsiteX3" fmla="*/ 0 w 5156691"/>
              <a:gd name="connsiteY3" fmla="*/ 2005380 h 3724277"/>
              <a:gd name="connsiteX4" fmla="*/ 1145931 w 5156691"/>
              <a:gd name="connsiteY4" fmla="*/ 2005380 h 3724277"/>
              <a:gd name="connsiteX5" fmla="*/ 5156691 w 5156691"/>
              <a:gd name="connsiteY5" fmla="*/ 3724277 h 3724277"/>
              <a:gd name="connsiteX6" fmla="*/ 5156691 w 5156691"/>
              <a:gd name="connsiteY6" fmla="*/ 3151311 h 3724277"/>
              <a:gd name="connsiteX0" fmla="*/ 1145931 w 5156691"/>
              <a:gd name="connsiteY0" fmla="*/ 0 h 3151311"/>
              <a:gd name="connsiteX1" fmla="*/ 1145931 w 5156691"/>
              <a:gd name="connsiteY1" fmla="*/ 286483 h 3151311"/>
              <a:gd name="connsiteX2" fmla="*/ 0 w 5156691"/>
              <a:gd name="connsiteY2" fmla="*/ 286483 h 3151311"/>
              <a:gd name="connsiteX3" fmla="*/ 0 w 5156691"/>
              <a:gd name="connsiteY3" fmla="*/ 2005380 h 3151311"/>
              <a:gd name="connsiteX4" fmla="*/ 1145931 w 5156691"/>
              <a:gd name="connsiteY4" fmla="*/ 2005380 h 3151311"/>
              <a:gd name="connsiteX5" fmla="*/ 5156691 w 5156691"/>
              <a:gd name="connsiteY5" fmla="*/ 3151311 h 3151311"/>
              <a:gd name="connsiteX0" fmla="*/ 1145931 w 1145931"/>
              <a:gd name="connsiteY0" fmla="*/ 0 h 2005380"/>
              <a:gd name="connsiteX1" fmla="*/ 1145931 w 1145931"/>
              <a:gd name="connsiteY1" fmla="*/ 286483 h 2005380"/>
              <a:gd name="connsiteX2" fmla="*/ 0 w 1145931"/>
              <a:gd name="connsiteY2" fmla="*/ 286483 h 2005380"/>
              <a:gd name="connsiteX3" fmla="*/ 0 w 1145931"/>
              <a:gd name="connsiteY3" fmla="*/ 2005380 h 2005380"/>
              <a:gd name="connsiteX4" fmla="*/ 1145931 w 1145931"/>
              <a:gd name="connsiteY4" fmla="*/ 2005380 h 200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931" h="2005380">
                <a:moveTo>
                  <a:pt x="1145931" y="0"/>
                </a:moveTo>
                <a:lnTo>
                  <a:pt x="1145931" y="286483"/>
                </a:lnTo>
                <a:lnTo>
                  <a:pt x="0" y="286483"/>
                </a:lnTo>
                <a:lnTo>
                  <a:pt x="0" y="2005380"/>
                </a:lnTo>
                <a:lnTo>
                  <a:pt x="1145931" y="2005380"/>
                </a:lnTo>
              </a:path>
            </a:pathLst>
          </a:custGeom>
          <a:noFill/>
          <a:ln w="71614" cap="sq">
            <a:solidFill>
              <a:srgbClr val="FF0000"/>
            </a:solidFill>
            <a:prstDash val="sysDot"/>
            <a:round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001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6EE1B1B3-B336-4640-AEBC-CDE11E1BD096}"/>
              </a:ext>
            </a:extLst>
          </p:cNvPr>
          <p:cNvSpPr/>
          <p:nvPr/>
        </p:nvSpPr>
        <p:spPr>
          <a:xfrm>
            <a:off x="4798605" y="495826"/>
            <a:ext cx="2291863" cy="2578346"/>
          </a:xfrm>
          <a:custGeom>
            <a:avLst/>
            <a:gdLst>
              <a:gd name="connsiteX0" fmla="*/ 1145931 w 6875587"/>
              <a:gd name="connsiteY0" fmla="*/ 0 h 5729656"/>
              <a:gd name="connsiteX1" fmla="*/ 1145931 w 6875587"/>
              <a:gd name="connsiteY1" fmla="*/ 286483 h 5729656"/>
              <a:gd name="connsiteX2" fmla="*/ 0 w 6875587"/>
              <a:gd name="connsiteY2" fmla="*/ 286483 h 5729656"/>
              <a:gd name="connsiteX3" fmla="*/ 0 w 6875587"/>
              <a:gd name="connsiteY3" fmla="*/ 2005380 h 5729656"/>
              <a:gd name="connsiteX4" fmla="*/ 1145931 w 6875587"/>
              <a:gd name="connsiteY4" fmla="*/ 2005380 h 5729656"/>
              <a:gd name="connsiteX5" fmla="*/ 1145931 w 6875587"/>
              <a:gd name="connsiteY5" fmla="*/ 2578346 h 5729656"/>
              <a:gd name="connsiteX6" fmla="*/ 1718897 w 6875587"/>
              <a:gd name="connsiteY6" fmla="*/ 2578346 h 5729656"/>
              <a:gd name="connsiteX7" fmla="*/ 1718897 w 6875587"/>
              <a:gd name="connsiteY7" fmla="*/ 1432414 h 5729656"/>
              <a:gd name="connsiteX8" fmla="*/ 2291863 w 6875587"/>
              <a:gd name="connsiteY8" fmla="*/ 1432414 h 5729656"/>
              <a:gd name="connsiteX9" fmla="*/ 2291863 w 6875587"/>
              <a:gd name="connsiteY9" fmla="*/ 286483 h 5729656"/>
              <a:gd name="connsiteX10" fmla="*/ 2864828 w 6875587"/>
              <a:gd name="connsiteY10" fmla="*/ 286483 h 5729656"/>
              <a:gd name="connsiteX11" fmla="*/ 2864828 w 6875587"/>
              <a:gd name="connsiteY11" fmla="*/ 859449 h 5729656"/>
              <a:gd name="connsiteX12" fmla="*/ 3437794 w 6875587"/>
              <a:gd name="connsiteY12" fmla="*/ 859449 h 5729656"/>
              <a:gd name="connsiteX13" fmla="*/ 3437794 w 6875587"/>
              <a:gd name="connsiteY13" fmla="*/ 286483 h 5729656"/>
              <a:gd name="connsiteX14" fmla="*/ 5156691 w 6875587"/>
              <a:gd name="connsiteY14" fmla="*/ 286483 h 5729656"/>
              <a:gd name="connsiteX15" fmla="*/ 5156691 w 6875587"/>
              <a:gd name="connsiteY15" fmla="*/ 1432414 h 5729656"/>
              <a:gd name="connsiteX16" fmla="*/ 5729657 w 6875587"/>
              <a:gd name="connsiteY16" fmla="*/ 1432414 h 5729656"/>
              <a:gd name="connsiteX17" fmla="*/ 5729657 w 6875587"/>
              <a:gd name="connsiteY17" fmla="*/ 859449 h 5729656"/>
              <a:gd name="connsiteX18" fmla="*/ 6302622 w 6875587"/>
              <a:gd name="connsiteY18" fmla="*/ 859449 h 5729656"/>
              <a:gd name="connsiteX19" fmla="*/ 6302622 w 6875587"/>
              <a:gd name="connsiteY19" fmla="*/ 286483 h 5729656"/>
              <a:gd name="connsiteX20" fmla="*/ 6875588 w 6875587"/>
              <a:gd name="connsiteY20" fmla="*/ 286483 h 5729656"/>
              <a:gd name="connsiteX21" fmla="*/ 6875588 w 6875587"/>
              <a:gd name="connsiteY21" fmla="*/ 2005380 h 5729656"/>
              <a:gd name="connsiteX22" fmla="*/ 5156691 w 6875587"/>
              <a:gd name="connsiteY22" fmla="*/ 2005380 h 5729656"/>
              <a:gd name="connsiteX23" fmla="*/ 5156691 w 6875587"/>
              <a:gd name="connsiteY23" fmla="*/ 2578346 h 5729656"/>
              <a:gd name="connsiteX24" fmla="*/ 4583725 w 6875587"/>
              <a:gd name="connsiteY24" fmla="*/ 2578346 h 5729656"/>
              <a:gd name="connsiteX25" fmla="*/ 4583725 w 6875587"/>
              <a:gd name="connsiteY25" fmla="*/ 3151311 h 5729656"/>
              <a:gd name="connsiteX26" fmla="*/ 4010760 w 6875587"/>
              <a:gd name="connsiteY26" fmla="*/ 3151311 h 5729656"/>
              <a:gd name="connsiteX27" fmla="*/ 4010760 w 6875587"/>
              <a:gd name="connsiteY27" fmla="*/ 3724277 h 5729656"/>
              <a:gd name="connsiteX28" fmla="*/ 5156691 w 6875587"/>
              <a:gd name="connsiteY28" fmla="*/ 3724277 h 5729656"/>
              <a:gd name="connsiteX29" fmla="*/ 5156691 w 6875587"/>
              <a:gd name="connsiteY29" fmla="*/ 3151311 h 5729656"/>
              <a:gd name="connsiteX30" fmla="*/ 5729657 w 6875587"/>
              <a:gd name="connsiteY30" fmla="*/ 3151311 h 5729656"/>
              <a:gd name="connsiteX31" fmla="*/ 5729657 w 6875587"/>
              <a:gd name="connsiteY31" fmla="*/ 2578346 h 5729656"/>
              <a:gd name="connsiteX32" fmla="*/ 6875588 w 6875587"/>
              <a:gd name="connsiteY32" fmla="*/ 2578346 h 5729656"/>
              <a:gd name="connsiteX33" fmla="*/ 6875588 w 6875587"/>
              <a:gd name="connsiteY33" fmla="*/ 3724277 h 5729656"/>
              <a:gd name="connsiteX34" fmla="*/ 5729657 w 6875587"/>
              <a:gd name="connsiteY34" fmla="*/ 3724277 h 5729656"/>
              <a:gd name="connsiteX35" fmla="*/ 5729657 w 6875587"/>
              <a:gd name="connsiteY35" fmla="*/ 4870208 h 5729656"/>
              <a:gd name="connsiteX36" fmla="*/ 5156691 w 6875587"/>
              <a:gd name="connsiteY36" fmla="*/ 4870208 h 5729656"/>
              <a:gd name="connsiteX37" fmla="*/ 5156691 w 6875587"/>
              <a:gd name="connsiteY37" fmla="*/ 4297243 h 5729656"/>
              <a:gd name="connsiteX38" fmla="*/ 2864828 w 6875587"/>
              <a:gd name="connsiteY38" fmla="*/ 4297243 h 5729656"/>
              <a:gd name="connsiteX39" fmla="*/ 2864828 w 6875587"/>
              <a:gd name="connsiteY39" fmla="*/ 4870208 h 5729656"/>
              <a:gd name="connsiteX40" fmla="*/ 4010760 w 6875587"/>
              <a:gd name="connsiteY40" fmla="*/ 4870208 h 5729656"/>
              <a:gd name="connsiteX41" fmla="*/ 4010760 w 6875587"/>
              <a:gd name="connsiteY41" fmla="*/ 5443174 h 5729656"/>
              <a:gd name="connsiteX42" fmla="*/ 1718897 w 6875587"/>
              <a:gd name="connsiteY42" fmla="*/ 5443174 h 5729656"/>
              <a:gd name="connsiteX43" fmla="*/ 1718897 w 6875587"/>
              <a:gd name="connsiteY43" fmla="*/ 5729657 h 5729656"/>
              <a:gd name="connsiteX0" fmla="*/ 1145931 w 6875588"/>
              <a:gd name="connsiteY0" fmla="*/ 0 h 5443174"/>
              <a:gd name="connsiteX1" fmla="*/ 1145931 w 6875588"/>
              <a:gd name="connsiteY1" fmla="*/ 286483 h 5443174"/>
              <a:gd name="connsiteX2" fmla="*/ 0 w 6875588"/>
              <a:gd name="connsiteY2" fmla="*/ 286483 h 5443174"/>
              <a:gd name="connsiteX3" fmla="*/ 0 w 6875588"/>
              <a:gd name="connsiteY3" fmla="*/ 2005380 h 5443174"/>
              <a:gd name="connsiteX4" fmla="*/ 1145931 w 6875588"/>
              <a:gd name="connsiteY4" fmla="*/ 2005380 h 5443174"/>
              <a:gd name="connsiteX5" fmla="*/ 1145931 w 6875588"/>
              <a:gd name="connsiteY5" fmla="*/ 2578346 h 5443174"/>
              <a:gd name="connsiteX6" fmla="*/ 1718897 w 6875588"/>
              <a:gd name="connsiteY6" fmla="*/ 2578346 h 5443174"/>
              <a:gd name="connsiteX7" fmla="*/ 1718897 w 6875588"/>
              <a:gd name="connsiteY7" fmla="*/ 1432414 h 5443174"/>
              <a:gd name="connsiteX8" fmla="*/ 2291863 w 6875588"/>
              <a:gd name="connsiteY8" fmla="*/ 1432414 h 5443174"/>
              <a:gd name="connsiteX9" fmla="*/ 2291863 w 6875588"/>
              <a:gd name="connsiteY9" fmla="*/ 286483 h 5443174"/>
              <a:gd name="connsiteX10" fmla="*/ 2864828 w 6875588"/>
              <a:gd name="connsiteY10" fmla="*/ 286483 h 5443174"/>
              <a:gd name="connsiteX11" fmla="*/ 2864828 w 6875588"/>
              <a:gd name="connsiteY11" fmla="*/ 859449 h 5443174"/>
              <a:gd name="connsiteX12" fmla="*/ 3437794 w 6875588"/>
              <a:gd name="connsiteY12" fmla="*/ 859449 h 5443174"/>
              <a:gd name="connsiteX13" fmla="*/ 3437794 w 6875588"/>
              <a:gd name="connsiteY13" fmla="*/ 286483 h 5443174"/>
              <a:gd name="connsiteX14" fmla="*/ 5156691 w 6875588"/>
              <a:gd name="connsiteY14" fmla="*/ 286483 h 5443174"/>
              <a:gd name="connsiteX15" fmla="*/ 5156691 w 6875588"/>
              <a:gd name="connsiteY15" fmla="*/ 1432414 h 5443174"/>
              <a:gd name="connsiteX16" fmla="*/ 5729657 w 6875588"/>
              <a:gd name="connsiteY16" fmla="*/ 1432414 h 5443174"/>
              <a:gd name="connsiteX17" fmla="*/ 5729657 w 6875588"/>
              <a:gd name="connsiteY17" fmla="*/ 859449 h 5443174"/>
              <a:gd name="connsiteX18" fmla="*/ 6302622 w 6875588"/>
              <a:gd name="connsiteY18" fmla="*/ 859449 h 5443174"/>
              <a:gd name="connsiteX19" fmla="*/ 6302622 w 6875588"/>
              <a:gd name="connsiteY19" fmla="*/ 286483 h 5443174"/>
              <a:gd name="connsiteX20" fmla="*/ 6875588 w 6875588"/>
              <a:gd name="connsiteY20" fmla="*/ 286483 h 5443174"/>
              <a:gd name="connsiteX21" fmla="*/ 6875588 w 6875588"/>
              <a:gd name="connsiteY21" fmla="*/ 2005380 h 5443174"/>
              <a:gd name="connsiteX22" fmla="*/ 5156691 w 6875588"/>
              <a:gd name="connsiteY22" fmla="*/ 2005380 h 5443174"/>
              <a:gd name="connsiteX23" fmla="*/ 5156691 w 6875588"/>
              <a:gd name="connsiteY23" fmla="*/ 2578346 h 5443174"/>
              <a:gd name="connsiteX24" fmla="*/ 4583725 w 6875588"/>
              <a:gd name="connsiteY24" fmla="*/ 2578346 h 5443174"/>
              <a:gd name="connsiteX25" fmla="*/ 4583725 w 6875588"/>
              <a:gd name="connsiteY25" fmla="*/ 3151311 h 5443174"/>
              <a:gd name="connsiteX26" fmla="*/ 4010760 w 6875588"/>
              <a:gd name="connsiteY26" fmla="*/ 3151311 h 5443174"/>
              <a:gd name="connsiteX27" fmla="*/ 4010760 w 6875588"/>
              <a:gd name="connsiteY27" fmla="*/ 3724277 h 5443174"/>
              <a:gd name="connsiteX28" fmla="*/ 5156691 w 6875588"/>
              <a:gd name="connsiteY28" fmla="*/ 3724277 h 5443174"/>
              <a:gd name="connsiteX29" fmla="*/ 5156691 w 6875588"/>
              <a:gd name="connsiteY29" fmla="*/ 3151311 h 5443174"/>
              <a:gd name="connsiteX30" fmla="*/ 5729657 w 6875588"/>
              <a:gd name="connsiteY30" fmla="*/ 3151311 h 5443174"/>
              <a:gd name="connsiteX31" fmla="*/ 5729657 w 6875588"/>
              <a:gd name="connsiteY31" fmla="*/ 2578346 h 5443174"/>
              <a:gd name="connsiteX32" fmla="*/ 6875588 w 6875588"/>
              <a:gd name="connsiteY32" fmla="*/ 2578346 h 5443174"/>
              <a:gd name="connsiteX33" fmla="*/ 6875588 w 6875588"/>
              <a:gd name="connsiteY33" fmla="*/ 3724277 h 5443174"/>
              <a:gd name="connsiteX34" fmla="*/ 5729657 w 6875588"/>
              <a:gd name="connsiteY34" fmla="*/ 3724277 h 5443174"/>
              <a:gd name="connsiteX35" fmla="*/ 5729657 w 6875588"/>
              <a:gd name="connsiteY35" fmla="*/ 4870208 h 5443174"/>
              <a:gd name="connsiteX36" fmla="*/ 5156691 w 6875588"/>
              <a:gd name="connsiteY36" fmla="*/ 4870208 h 5443174"/>
              <a:gd name="connsiteX37" fmla="*/ 5156691 w 6875588"/>
              <a:gd name="connsiteY37" fmla="*/ 4297243 h 5443174"/>
              <a:gd name="connsiteX38" fmla="*/ 2864828 w 6875588"/>
              <a:gd name="connsiteY38" fmla="*/ 4297243 h 5443174"/>
              <a:gd name="connsiteX39" fmla="*/ 2864828 w 6875588"/>
              <a:gd name="connsiteY39" fmla="*/ 4870208 h 5443174"/>
              <a:gd name="connsiteX40" fmla="*/ 4010760 w 6875588"/>
              <a:gd name="connsiteY40" fmla="*/ 4870208 h 5443174"/>
              <a:gd name="connsiteX41" fmla="*/ 4010760 w 6875588"/>
              <a:gd name="connsiteY41" fmla="*/ 5443174 h 5443174"/>
              <a:gd name="connsiteX42" fmla="*/ 1718897 w 6875588"/>
              <a:gd name="connsiteY42" fmla="*/ 5443174 h 5443174"/>
              <a:gd name="connsiteX0" fmla="*/ 1145931 w 6875588"/>
              <a:gd name="connsiteY0" fmla="*/ 0 h 5443174"/>
              <a:gd name="connsiteX1" fmla="*/ 1145931 w 6875588"/>
              <a:gd name="connsiteY1" fmla="*/ 286483 h 5443174"/>
              <a:gd name="connsiteX2" fmla="*/ 0 w 6875588"/>
              <a:gd name="connsiteY2" fmla="*/ 286483 h 5443174"/>
              <a:gd name="connsiteX3" fmla="*/ 0 w 6875588"/>
              <a:gd name="connsiteY3" fmla="*/ 2005380 h 5443174"/>
              <a:gd name="connsiteX4" fmla="*/ 1145931 w 6875588"/>
              <a:gd name="connsiteY4" fmla="*/ 2005380 h 5443174"/>
              <a:gd name="connsiteX5" fmla="*/ 1145931 w 6875588"/>
              <a:gd name="connsiteY5" fmla="*/ 2578346 h 5443174"/>
              <a:gd name="connsiteX6" fmla="*/ 1718897 w 6875588"/>
              <a:gd name="connsiteY6" fmla="*/ 2578346 h 5443174"/>
              <a:gd name="connsiteX7" fmla="*/ 1718897 w 6875588"/>
              <a:gd name="connsiteY7" fmla="*/ 1432414 h 5443174"/>
              <a:gd name="connsiteX8" fmla="*/ 2291863 w 6875588"/>
              <a:gd name="connsiteY8" fmla="*/ 1432414 h 5443174"/>
              <a:gd name="connsiteX9" fmla="*/ 2291863 w 6875588"/>
              <a:gd name="connsiteY9" fmla="*/ 286483 h 5443174"/>
              <a:gd name="connsiteX10" fmla="*/ 2864828 w 6875588"/>
              <a:gd name="connsiteY10" fmla="*/ 286483 h 5443174"/>
              <a:gd name="connsiteX11" fmla="*/ 2864828 w 6875588"/>
              <a:gd name="connsiteY11" fmla="*/ 859449 h 5443174"/>
              <a:gd name="connsiteX12" fmla="*/ 3437794 w 6875588"/>
              <a:gd name="connsiteY12" fmla="*/ 859449 h 5443174"/>
              <a:gd name="connsiteX13" fmla="*/ 3437794 w 6875588"/>
              <a:gd name="connsiteY13" fmla="*/ 286483 h 5443174"/>
              <a:gd name="connsiteX14" fmla="*/ 5156691 w 6875588"/>
              <a:gd name="connsiteY14" fmla="*/ 286483 h 5443174"/>
              <a:gd name="connsiteX15" fmla="*/ 5156691 w 6875588"/>
              <a:gd name="connsiteY15" fmla="*/ 1432414 h 5443174"/>
              <a:gd name="connsiteX16" fmla="*/ 5729657 w 6875588"/>
              <a:gd name="connsiteY16" fmla="*/ 1432414 h 5443174"/>
              <a:gd name="connsiteX17" fmla="*/ 5729657 w 6875588"/>
              <a:gd name="connsiteY17" fmla="*/ 859449 h 5443174"/>
              <a:gd name="connsiteX18" fmla="*/ 6302622 w 6875588"/>
              <a:gd name="connsiteY18" fmla="*/ 859449 h 5443174"/>
              <a:gd name="connsiteX19" fmla="*/ 6302622 w 6875588"/>
              <a:gd name="connsiteY19" fmla="*/ 286483 h 5443174"/>
              <a:gd name="connsiteX20" fmla="*/ 6875588 w 6875588"/>
              <a:gd name="connsiteY20" fmla="*/ 286483 h 5443174"/>
              <a:gd name="connsiteX21" fmla="*/ 6875588 w 6875588"/>
              <a:gd name="connsiteY21" fmla="*/ 2005380 h 5443174"/>
              <a:gd name="connsiteX22" fmla="*/ 5156691 w 6875588"/>
              <a:gd name="connsiteY22" fmla="*/ 2005380 h 5443174"/>
              <a:gd name="connsiteX23" fmla="*/ 5156691 w 6875588"/>
              <a:gd name="connsiteY23" fmla="*/ 2578346 h 5443174"/>
              <a:gd name="connsiteX24" fmla="*/ 4583725 w 6875588"/>
              <a:gd name="connsiteY24" fmla="*/ 2578346 h 5443174"/>
              <a:gd name="connsiteX25" fmla="*/ 4583725 w 6875588"/>
              <a:gd name="connsiteY25" fmla="*/ 3151311 h 5443174"/>
              <a:gd name="connsiteX26" fmla="*/ 4010760 w 6875588"/>
              <a:gd name="connsiteY26" fmla="*/ 3151311 h 5443174"/>
              <a:gd name="connsiteX27" fmla="*/ 4010760 w 6875588"/>
              <a:gd name="connsiteY27" fmla="*/ 3724277 h 5443174"/>
              <a:gd name="connsiteX28" fmla="*/ 5156691 w 6875588"/>
              <a:gd name="connsiteY28" fmla="*/ 3724277 h 5443174"/>
              <a:gd name="connsiteX29" fmla="*/ 5156691 w 6875588"/>
              <a:gd name="connsiteY29" fmla="*/ 3151311 h 5443174"/>
              <a:gd name="connsiteX30" fmla="*/ 5729657 w 6875588"/>
              <a:gd name="connsiteY30" fmla="*/ 3151311 h 5443174"/>
              <a:gd name="connsiteX31" fmla="*/ 5729657 w 6875588"/>
              <a:gd name="connsiteY31" fmla="*/ 2578346 h 5443174"/>
              <a:gd name="connsiteX32" fmla="*/ 6875588 w 6875588"/>
              <a:gd name="connsiteY32" fmla="*/ 2578346 h 5443174"/>
              <a:gd name="connsiteX33" fmla="*/ 6875588 w 6875588"/>
              <a:gd name="connsiteY33" fmla="*/ 3724277 h 5443174"/>
              <a:gd name="connsiteX34" fmla="*/ 5729657 w 6875588"/>
              <a:gd name="connsiteY34" fmla="*/ 3724277 h 5443174"/>
              <a:gd name="connsiteX35" fmla="*/ 5729657 w 6875588"/>
              <a:gd name="connsiteY35" fmla="*/ 4870208 h 5443174"/>
              <a:gd name="connsiteX36" fmla="*/ 5156691 w 6875588"/>
              <a:gd name="connsiteY36" fmla="*/ 4870208 h 5443174"/>
              <a:gd name="connsiteX37" fmla="*/ 5156691 w 6875588"/>
              <a:gd name="connsiteY37" fmla="*/ 4297243 h 5443174"/>
              <a:gd name="connsiteX38" fmla="*/ 2864828 w 6875588"/>
              <a:gd name="connsiteY38" fmla="*/ 4297243 h 5443174"/>
              <a:gd name="connsiteX39" fmla="*/ 2864828 w 6875588"/>
              <a:gd name="connsiteY39" fmla="*/ 4870208 h 5443174"/>
              <a:gd name="connsiteX40" fmla="*/ 4010760 w 6875588"/>
              <a:gd name="connsiteY40" fmla="*/ 4870208 h 5443174"/>
              <a:gd name="connsiteX41" fmla="*/ 4010760 w 6875588"/>
              <a:gd name="connsiteY41" fmla="*/ 5443174 h 5443174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38" fmla="*/ 2864828 w 6875588"/>
              <a:gd name="connsiteY38" fmla="*/ 4297243 h 4870208"/>
              <a:gd name="connsiteX39" fmla="*/ 2864828 w 6875588"/>
              <a:gd name="connsiteY39" fmla="*/ 4870208 h 4870208"/>
              <a:gd name="connsiteX40" fmla="*/ 4010760 w 6875588"/>
              <a:gd name="connsiteY40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38" fmla="*/ 2864828 w 6875588"/>
              <a:gd name="connsiteY38" fmla="*/ 4297243 h 4870208"/>
              <a:gd name="connsiteX39" fmla="*/ 2864828 w 6875588"/>
              <a:gd name="connsiteY39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38" fmla="*/ 2864828 w 6875588"/>
              <a:gd name="connsiteY38" fmla="*/ 4297243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30" fmla="*/ 5729657 w 6875588"/>
              <a:gd name="connsiteY30" fmla="*/ 3151311 h 3724277"/>
              <a:gd name="connsiteX31" fmla="*/ 5729657 w 6875588"/>
              <a:gd name="connsiteY31" fmla="*/ 2578346 h 3724277"/>
              <a:gd name="connsiteX32" fmla="*/ 6875588 w 6875588"/>
              <a:gd name="connsiteY32" fmla="*/ 2578346 h 3724277"/>
              <a:gd name="connsiteX33" fmla="*/ 6875588 w 6875588"/>
              <a:gd name="connsiteY33" fmla="*/ 3724277 h 3724277"/>
              <a:gd name="connsiteX34" fmla="*/ 5729657 w 6875588"/>
              <a:gd name="connsiteY34" fmla="*/ 3724277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30" fmla="*/ 5729657 w 6875588"/>
              <a:gd name="connsiteY30" fmla="*/ 3151311 h 3724277"/>
              <a:gd name="connsiteX31" fmla="*/ 5729657 w 6875588"/>
              <a:gd name="connsiteY31" fmla="*/ 2578346 h 3724277"/>
              <a:gd name="connsiteX32" fmla="*/ 6875588 w 6875588"/>
              <a:gd name="connsiteY32" fmla="*/ 2578346 h 3724277"/>
              <a:gd name="connsiteX33" fmla="*/ 6875588 w 6875588"/>
              <a:gd name="connsiteY33" fmla="*/ 3724277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30" fmla="*/ 5729657 w 6875588"/>
              <a:gd name="connsiteY30" fmla="*/ 3151311 h 3724277"/>
              <a:gd name="connsiteX31" fmla="*/ 5729657 w 6875588"/>
              <a:gd name="connsiteY31" fmla="*/ 2578346 h 3724277"/>
              <a:gd name="connsiteX32" fmla="*/ 6875588 w 6875588"/>
              <a:gd name="connsiteY32" fmla="*/ 2578346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30" fmla="*/ 5729657 w 6875588"/>
              <a:gd name="connsiteY30" fmla="*/ 3151311 h 3724277"/>
              <a:gd name="connsiteX31" fmla="*/ 5729657 w 6875588"/>
              <a:gd name="connsiteY31" fmla="*/ 2578346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30" fmla="*/ 5729657 w 6875588"/>
              <a:gd name="connsiteY30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0" fmla="*/ 1145931 w 6875588"/>
              <a:gd name="connsiteY0" fmla="*/ 0 h 3151311"/>
              <a:gd name="connsiteX1" fmla="*/ 1145931 w 6875588"/>
              <a:gd name="connsiteY1" fmla="*/ 286483 h 3151311"/>
              <a:gd name="connsiteX2" fmla="*/ 0 w 6875588"/>
              <a:gd name="connsiteY2" fmla="*/ 286483 h 3151311"/>
              <a:gd name="connsiteX3" fmla="*/ 0 w 6875588"/>
              <a:gd name="connsiteY3" fmla="*/ 2005380 h 3151311"/>
              <a:gd name="connsiteX4" fmla="*/ 1145931 w 6875588"/>
              <a:gd name="connsiteY4" fmla="*/ 2005380 h 3151311"/>
              <a:gd name="connsiteX5" fmla="*/ 1145931 w 6875588"/>
              <a:gd name="connsiteY5" fmla="*/ 2578346 h 3151311"/>
              <a:gd name="connsiteX6" fmla="*/ 1718897 w 6875588"/>
              <a:gd name="connsiteY6" fmla="*/ 2578346 h 3151311"/>
              <a:gd name="connsiteX7" fmla="*/ 1718897 w 6875588"/>
              <a:gd name="connsiteY7" fmla="*/ 1432414 h 3151311"/>
              <a:gd name="connsiteX8" fmla="*/ 2291863 w 6875588"/>
              <a:gd name="connsiteY8" fmla="*/ 1432414 h 3151311"/>
              <a:gd name="connsiteX9" fmla="*/ 2291863 w 6875588"/>
              <a:gd name="connsiteY9" fmla="*/ 286483 h 3151311"/>
              <a:gd name="connsiteX10" fmla="*/ 2864828 w 6875588"/>
              <a:gd name="connsiteY10" fmla="*/ 286483 h 3151311"/>
              <a:gd name="connsiteX11" fmla="*/ 2864828 w 6875588"/>
              <a:gd name="connsiteY11" fmla="*/ 859449 h 3151311"/>
              <a:gd name="connsiteX12" fmla="*/ 3437794 w 6875588"/>
              <a:gd name="connsiteY12" fmla="*/ 859449 h 3151311"/>
              <a:gd name="connsiteX13" fmla="*/ 3437794 w 6875588"/>
              <a:gd name="connsiteY13" fmla="*/ 286483 h 3151311"/>
              <a:gd name="connsiteX14" fmla="*/ 5156691 w 6875588"/>
              <a:gd name="connsiteY14" fmla="*/ 286483 h 3151311"/>
              <a:gd name="connsiteX15" fmla="*/ 5156691 w 6875588"/>
              <a:gd name="connsiteY15" fmla="*/ 1432414 h 3151311"/>
              <a:gd name="connsiteX16" fmla="*/ 5729657 w 6875588"/>
              <a:gd name="connsiteY16" fmla="*/ 1432414 h 3151311"/>
              <a:gd name="connsiteX17" fmla="*/ 5729657 w 6875588"/>
              <a:gd name="connsiteY17" fmla="*/ 859449 h 3151311"/>
              <a:gd name="connsiteX18" fmla="*/ 6302622 w 6875588"/>
              <a:gd name="connsiteY18" fmla="*/ 859449 h 3151311"/>
              <a:gd name="connsiteX19" fmla="*/ 6302622 w 6875588"/>
              <a:gd name="connsiteY19" fmla="*/ 286483 h 3151311"/>
              <a:gd name="connsiteX20" fmla="*/ 6875588 w 6875588"/>
              <a:gd name="connsiteY20" fmla="*/ 286483 h 3151311"/>
              <a:gd name="connsiteX21" fmla="*/ 6875588 w 6875588"/>
              <a:gd name="connsiteY21" fmla="*/ 2005380 h 3151311"/>
              <a:gd name="connsiteX22" fmla="*/ 5156691 w 6875588"/>
              <a:gd name="connsiteY22" fmla="*/ 2005380 h 3151311"/>
              <a:gd name="connsiteX23" fmla="*/ 5156691 w 6875588"/>
              <a:gd name="connsiteY23" fmla="*/ 2578346 h 3151311"/>
              <a:gd name="connsiteX24" fmla="*/ 4583725 w 6875588"/>
              <a:gd name="connsiteY24" fmla="*/ 2578346 h 3151311"/>
              <a:gd name="connsiteX25" fmla="*/ 4583725 w 6875588"/>
              <a:gd name="connsiteY25" fmla="*/ 3151311 h 3151311"/>
              <a:gd name="connsiteX26" fmla="*/ 4010760 w 6875588"/>
              <a:gd name="connsiteY26" fmla="*/ 3151311 h 3151311"/>
              <a:gd name="connsiteX0" fmla="*/ 1145931 w 6875588"/>
              <a:gd name="connsiteY0" fmla="*/ 0 h 3151311"/>
              <a:gd name="connsiteX1" fmla="*/ 1145931 w 6875588"/>
              <a:gd name="connsiteY1" fmla="*/ 286483 h 3151311"/>
              <a:gd name="connsiteX2" fmla="*/ 0 w 6875588"/>
              <a:gd name="connsiteY2" fmla="*/ 286483 h 3151311"/>
              <a:gd name="connsiteX3" fmla="*/ 0 w 6875588"/>
              <a:gd name="connsiteY3" fmla="*/ 2005380 h 3151311"/>
              <a:gd name="connsiteX4" fmla="*/ 1145931 w 6875588"/>
              <a:gd name="connsiteY4" fmla="*/ 2005380 h 3151311"/>
              <a:gd name="connsiteX5" fmla="*/ 1145931 w 6875588"/>
              <a:gd name="connsiteY5" fmla="*/ 2578346 h 3151311"/>
              <a:gd name="connsiteX6" fmla="*/ 1718897 w 6875588"/>
              <a:gd name="connsiteY6" fmla="*/ 2578346 h 3151311"/>
              <a:gd name="connsiteX7" fmla="*/ 1718897 w 6875588"/>
              <a:gd name="connsiteY7" fmla="*/ 1432414 h 3151311"/>
              <a:gd name="connsiteX8" fmla="*/ 2291863 w 6875588"/>
              <a:gd name="connsiteY8" fmla="*/ 1432414 h 3151311"/>
              <a:gd name="connsiteX9" fmla="*/ 2291863 w 6875588"/>
              <a:gd name="connsiteY9" fmla="*/ 286483 h 3151311"/>
              <a:gd name="connsiteX10" fmla="*/ 2864828 w 6875588"/>
              <a:gd name="connsiteY10" fmla="*/ 286483 h 3151311"/>
              <a:gd name="connsiteX11" fmla="*/ 2864828 w 6875588"/>
              <a:gd name="connsiteY11" fmla="*/ 859449 h 3151311"/>
              <a:gd name="connsiteX12" fmla="*/ 3437794 w 6875588"/>
              <a:gd name="connsiteY12" fmla="*/ 859449 h 3151311"/>
              <a:gd name="connsiteX13" fmla="*/ 3437794 w 6875588"/>
              <a:gd name="connsiteY13" fmla="*/ 286483 h 3151311"/>
              <a:gd name="connsiteX14" fmla="*/ 5156691 w 6875588"/>
              <a:gd name="connsiteY14" fmla="*/ 286483 h 3151311"/>
              <a:gd name="connsiteX15" fmla="*/ 5156691 w 6875588"/>
              <a:gd name="connsiteY15" fmla="*/ 1432414 h 3151311"/>
              <a:gd name="connsiteX16" fmla="*/ 5729657 w 6875588"/>
              <a:gd name="connsiteY16" fmla="*/ 1432414 h 3151311"/>
              <a:gd name="connsiteX17" fmla="*/ 5729657 w 6875588"/>
              <a:gd name="connsiteY17" fmla="*/ 859449 h 3151311"/>
              <a:gd name="connsiteX18" fmla="*/ 6302622 w 6875588"/>
              <a:gd name="connsiteY18" fmla="*/ 859449 h 3151311"/>
              <a:gd name="connsiteX19" fmla="*/ 6302622 w 6875588"/>
              <a:gd name="connsiteY19" fmla="*/ 286483 h 3151311"/>
              <a:gd name="connsiteX20" fmla="*/ 6875588 w 6875588"/>
              <a:gd name="connsiteY20" fmla="*/ 286483 h 3151311"/>
              <a:gd name="connsiteX21" fmla="*/ 6875588 w 6875588"/>
              <a:gd name="connsiteY21" fmla="*/ 2005380 h 3151311"/>
              <a:gd name="connsiteX22" fmla="*/ 5156691 w 6875588"/>
              <a:gd name="connsiteY22" fmla="*/ 2005380 h 3151311"/>
              <a:gd name="connsiteX23" fmla="*/ 5156691 w 6875588"/>
              <a:gd name="connsiteY23" fmla="*/ 2578346 h 3151311"/>
              <a:gd name="connsiteX24" fmla="*/ 4583725 w 6875588"/>
              <a:gd name="connsiteY24" fmla="*/ 2578346 h 3151311"/>
              <a:gd name="connsiteX25" fmla="*/ 4583725 w 6875588"/>
              <a:gd name="connsiteY25" fmla="*/ 3151311 h 3151311"/>
              <a:gd name="connsiteX0" fmla="*/ 1145931 w 6875588"/>
              <a:gd name="connsiteY0" fmla="*/ 0 h 2578346"/>
              <a:gd name="connsiteX1" fmla="*/ 1145931 w 6875588"/>
              <a:gd name="connsiteY1" fmla="*/ 286483 h 2578346"/>
              <a:gd name="connsiteX2" fmla="*/ 0 w 6875588"/>
              <a:gd name="connsiteY2" fmla="*/ 286483 h 2578346"/>
              <a:gd name="connsiteX3" fmla="*/ 0 w 6875588"/>
              <a:gd name="connsiteY3" fmla="*/ 2005380 h 2578346"/>
              <a:gd name="connsiteX4" fmla="*/ 1145931 w 6875588"/>
              <a:gd name="connsiteY4" fmla="*/ 2005380 h 2578346"/>
              <a:gd name="connsiteX5" fmla="*/ 1145931 w 6875588"/>
              <a:gd name="connsiteY5" fmla="*/ 2578346 h 2578346"/>
              <a:gd name="connsiteX6" fmla="*/ 1718897 w 6875588"/>
              <a:gd name="connsiteY6" fmla="*/ 2578346 h 2578346"/>
              <a:gd name="connsiteX7" fmla="*/ 1718897 w 6875588"/>
              <a:gd name="connsiteY7" fmla="*/ 1432414 h 2578346"/>
              <a:gd name="connsiteX8" fmla="*/ 2291863 w 6875588"/>
              <a:gd name="connsiteY8" fmla="*/ 1432414 h 2578346"/>
              <a:gd name="connsiteX9" fmla="*/ 2291863 w 6875588"/>
              <a:gd name="connsiteY9" fmla="*/ 286483 h 2578346"/>
              <a:gd name="connsiteX10" fmla="*/ 2864828 w 6875588"/>
              <a:gd name="connsiteY10" fmla="*/ 286483 h 2578346"/>
              <a:gd name="connsiteX11" fmla="*/ 2864828 w 6875588"/>
              <a:gd name="connsiteY11" fmla="*/ 859449 h 2578346"/>
              <a:gd name="connsiteX12" fmla="*/ 3437794 w 6875588"/>
              <a:gd name="connsiteY12" fmla="*/ 859449 h 2578346"/>
              <a:gd name="connsiteX13" fmla="*/ 3437794 w 6875588"/>
              <a:gd name="connsiteY13" fmla="*/ 286483 h 2578346"/>
              <a:gd name="connsiteX14" fmla="*/ 5156691 w 6875588"/>
              <a:gd name="connsiteY14" fmla="*/ 286483 h 2578346"/>
              <a:gd name="connsiteX15" fmla="*/ 5156691 w 6875588"/>
              <a:gd name="connsiteY15" fmla="*/ 1432414 h 2578346"/>
              <a:gd name="connsiteX16" fmla="*/ 5729657 w 6875588"/>
              <a:gd name="connsiteY16" fmla="*/ 1432414 h 2578346"/>
              <a:gd name="connsiteX17" fmla="*/ 5729657 w 6875588"/>
              <a:gd name="connsiteY17" fmla="*/ 859449 h 2578346"/>
              <a:gd name="connsiteX18" fmla="*/ 6302622 w 6875588"/>
              <a:gd name="connsiteY18" fmla="*/ 859449 h 2578346"/>
              <a:gd name="connsiteX19" fmla="*/ 6302622 w 6875588"/>
              <a:gd name="connsiteY19" fmla="*/ 286483 h 2578346"/>
              <a:gd name="connsiteX20" fmla="*/ 6875588 w 6875588"/>
              <a:gd name="connsiteY20" fmla="*/ 286483 h 2578346"/>
              <a:gd name="connsiteX21" fmla="*/ 6875588 w 6875588"/>
              <a:gd name="connsiteY21" fmla="*/ 2005380 h 2578346"/>
              <a:gd name="connsiteX22" fmla="*/ 5156691 w 6875588"/>
              <a:gd name="connsiteY22" fmla="*/ 2005380 h 2578346"/>
              <a:gd name="connsiteX23" fmla="*/ 5156691 w 6875588"/>
              <a:gd name="connsiteY23" fmla="*/ 2578346 h 2578346"/>
              <a:gd name="connsiteX24" fmla="*/ 4583725 w 6875588"/>
              <a:gd name="connsiteY24" fmla="*/ 2578346 h 2578346"/>
              <a:gd name="connsiteX0" fmla="*/ 1145931 w 6875588"/>
              <a:gd name="connsiteY0" fmla="*/ 0 h 2578346"/>
              <a:gd name="connsiteX1" fmla="*/ 1145931 w 6875588"/>
              <a:gd name="connsiteY1" fmla="*/ 286483 h 2578346"/>
              <a:gd name="connsiteX2" fmla="*/ 0 w 6875588"/>
              <a:gd name="connsiteY2" fmla="*/ 286483 h 2578346"/>
              <a:gd name="connsiteX3" fmla="*/ 0 w 6875588"/>
              <a:gd name="connsiteY3" fmla="*/ 2005380 h 2578346"/>
              <a:gd name="connsiteX4" fmla="*/ 1145931 w 6875588"/>
              <a:gd name="connsiteY4" fmla="*/ 2005380 h 2578346"/>
              <a:gd name="connsiteX5" fmla="*/ 1145931 w 6875588"/>
              <a:gd name="connsiteY5" fmla="*/ 2578346 h 2578346"/>
              <a:gd name="connsiteX6" fmla="*/ 1718897 w 6875588"/>
              <a:gd name="connsiteY6" fmla="*/ 2578346 h 2578346"/>
              <a:gd name="connsiteX7" fmla="*/ 1718897 w 6875588"/>
              <a:gd name="connsiteY7" fmla="*/ 1432414 h 2578346"/>
              <a:gd name="connsiteX8" fmla="*/ 2291863 w 6875588"/>
              <a:gd name="connsiteY8" fmla="*/ 1432414 h 2578346"/>
              <a:gd name="connsiteX9" fmla="*/ 2291863 w 6875588"/>
              <a:gd name="connsiteY9" fmla="*/ 286483 h 2578346"/>
              <a:gd name="connsiteX10" fmla="*/ 2864828 w 6875588"/>
              <a:gd name="connsiteY10" fmla="*/ 286483 h 2578346"/>
              <a:gd name="connsiteX11" fmla="*/ 2864828 w 6875588"/>
              <a:gd name="connsiteY11" fmla="*/ 859449 h 2578346"/>
              <a:gd name="connsiteX12" fmla="*/ 3437794 w 6875588"/>
              <a:gd name="connsiteY12" fmla="*/ 859449 h 2578346"/>
              <a:gd name="connsiteX13" fmla="*/ 3437794 w 6875588"/>
              <a:gd name="connsiteY13" fmla="*/ 286483 h 2578346"/>
              <a:gd name="connsiteX14" fmla="*/ 5156691 w 6875588"/>
              <a:gd name="connsiteY14" fmla="*/ 286483 h 2578346"/>
              <a:gd name="connsiteX15" fmla="*/ 5156691 w 6875588"/>
              <a:gd name="connsiteY15" fmla="*/ 1432414 h 2578346"/>
              <a:gd name="connsiteX16" fmla="*/ 5729657 w 6875588"/>
              <a:gd name="connsiteY16" fmla="*/ 1432414 h 2578346"/>
              <a:gd name="connsiteX17" fmla="*/ 5729657 w 6875588"/>
              <a:gd name="connsiteY17" fmla="*/ 859449 h 2578346"/>
              <a:gd name="connsiteX18" fmla="*/ 6302622 w 6875588"/>
              <a:gd name="connsiteY18" fmla="*/ 859449 h 2578346"/>
              <a:gd name="connsiteX19" fmla="*/ 6302622 w 6875588"/>
              <a:gd name="connsiteY19" fmla="*/ 286483 h 2578346"/>
              <a:gd name="connsiteX20" fmla="*/ 6875588 w 6875588"/>
              <a:gd name="connsiteY20" fmla="*/ 286483 h 2578346"/>
              <a:gd name="connsiteX21" fmla="*/ 6875588 w 6875588"/>
              <a:gd name="connsiteY21" fmla="*/ 2005380 h 2578346"/>
              <a:gd name="connsiteX22" fmla="*/ 5156691 w 6875588"/>
              <a:gd name="connsiteY22" fmla="*/ 2005380 h 2578346"/>
              <a:gd name="connsiteX23" fmla="*/ 5156691 w 6875588"/>
              <a:gd name="connsiteY23" fmla="*/ 2578346 h 2578346"/>
              <a:gd name="connsiteX0" fmla="*/ 1145931 w 6875588"/>
              <a:gd name="connsiteY0" fmla="*/ 0 h 2578346"/>
              <a:gd name="connsiteX1" fmla="*/ 1145931 w 6875588"/>
              <a:gd name="connsiteY1" fmla="*/ 286483 h 2578346"/>
              <a:gd name="connsiteX2" fmla="*/ 0 w 6875588"/>
              <a:gd name="connsiteY2" fmla="*/ 286483 h 2578346"/>
              <a:gd name="connsiteX3" fmla="*/ 0 w 6875588"/>
              <a:gd name="connsiteY3" fmla="*/ 2005380 h 2578346"/>
              <a:gd name="connsiteX4" fmla="*/ 1145931 w 6875588"/>
              <a:gd name="connsiteY4" fmla="*/ 2005380 h 2578346"/>
              <a:gd name="connsiteX5" fmla="*/ 1145931 w 6875588"/>
              <a:gd name="connsiteY5" fmla="*/ 2578346 h 2578346"/>
              <a:gd name="connsiteX6" fmla="*/ 1718897 w 6875588"/>
              <a:gd name="connsiteY6" fmla="*/ 2578346 h 2578346"/>
              <a:gd name="connsiteX7" fmla="*/ 1718897 w 6875588"/>
              <a:gd name="connsiteY7" fmla="*/ 1432414 h 2578346"/>
              <a:gd name="connsiteX8" fmla="*/ 2291863 w 6875588"/>
              <a:gd name="connsiteY8" fmla="*/ 1432414 h 2578346"/>
              <a:gd name="connsiteX9" fmla="*/ 2291863 w 6875588"/>
              <a:gd name="connsiteY9" fmla="*/ 286483 h 2578346"/>
              <a:gd name="connsiteX10" fmla="*/ 2864828 w 6875588"/>
              <a:gd name="connsiteY10" fmla="*/ 286483 h 2578346"/>
              <a:gd name="connsiteX11" fmla="*/ 2864828 w 6875588"/>
              <a:gd name="connsiteY11" fmla="*/ 859449 h 2578346"/>
              <a:gd name="connsiteX12" fmla="*/ 3437794 w 6875588"/>
              <a:gd name="connsiteY12" fmla="*/ 859449 h 2578346"/>
              <a:gd name="connsiteX13" fmla="*/ 3437794 w 6875588"/>
              <a:gd name="connsiteY13" fmla="*/ 286483 h 2578346"/>
              <a:gd name="connsiteX14" fmla="*/ 5156691 w 6875588"/>
              <a:gd name="connsiteY14" fmla="*/ 286483 h 2578346"/>
              <a:gd name="connsiteX15" fmla="*/ 5156691 w 6875588"/>
              <a:gd name="connsiteY15" fmla="*/ 1432414 h 2578346"/>
              <a:gd name="connsiteX16" fmla="*/ 5729657 w 6875588"/>
              <a:gd name="connsiteY16" fmla="*/ 1432414 h 2578346"/>
              <a:gd name="connsiteX17" fmla="*/ 5729657 w 6875588"/>
              <a:gd name="connsiteY17" fmla="*/ 859449 h 2578346"/>
              <a:gd name="connsiteX18" fmla="*/ 6302622 w 6875588"/>
              <a:gd name="connsiteY18" fmla="*/ 859449 h 2578346"/>
              <a:gd name="connsiteX19" fmla="*/ 6302622 w 6875588"/>
              <a:gd name="connsiteY19" fmla="*/ 286483 h 2578346"/>
              <a:gd name="connsiteX20" fmla="*/ 6875588 w 6875588"/>
              <a:gd name="connsiteY20" fmla="*/ 286483 h 2578346"/>
              <a:gd name="connsiteX21" fmla="*/ 6875588 w 6875588"/>
              <a:gd name="connsiteY21" fmla="*/ 2005380 h 2578346"/>
              <a:gd name="connsiteX22" fmla="*/ 5156691 w 6875588"/>
              <a:gd name="connsiteY22" fmla="*/ 2005380 h 2578346"/>
              <a:gd name="connsiteX0" fmla="*/ 1145931 w 6875588"/>
              <a:gd name="connsiteY0" fmla="*/ 0 h 2578346"/>
              <a:gd name="connsiteX1" fmla="*/ 1145931 w 6875588"/>
              <a:gd name="connsiteY1" fmla="*/ 286483 h 2578346"/>
              <a:gd name="connsiteX2" fmla="*/ 0 w 6875588"/>
              <a:gd name="connsiteY2" fmla="*/ 286483 h 2578346"/>
              <a:gd name="connsiteX3" fmla="*/ 0 w 6875588"/>
              <a:gd name="connsiteY3" fmla="*/ 2005380 h 2578346"/>
              <a:gd name="connsiteX4" fmla="*/ 1145931 w 6875588"/>
              <a:gd name="connsiteY4" fmla="*/ 2005380 h 2578346"/>
              <a:gd name="connsiteX5" fmla="*/ 1145931 w 6875588"/>
              <a:gd name="connsiteY5" fmla="*/ 2578346 h 2578346"/>
              <a:gd name="connsiteX6" fmla="*/ 1718897 w 6875588"/>
              <a:gd name="connsiteY6" fmla="*/ 2578346 h 2578346"/>
              <a:gd name="connsiteX7" fmla="*/ 1718897 w 6875588"/>
              <a:gd name="connsiteY7" fmla="*/ 1432414 h 2578346"/>
              <a:gd name="connsiteX8" fmla="*/ 2291863 w 6875588"/>
              <a:gd name="connsiteY8" fmla="*/ 1432414 h 2578346"/>
              <a:gd name="connsiteX9" fmla="*/ 2291863 w 6875588"/>
              <a:gd name="connsiteY9" fmla="*/ 286483 h 2578346"/>
              <a:gd name="connsiteX10" fmla="*/ 2864828 w 6875588"/>
              <a:gd name="connsiteY10" fmla="*/ 286483 h 2578346"/>
              <a:gd name="connsiteX11" fmla="*/ 2864828 w 6875588"/>
              <a:gd name="connsiteY11" fmla="*/ 859449 h 2578346"/>
              <a:gd name="connsiteX12" fmla="*/ 3437794 w 6875588"/>
              <a:gd name="connsiteY12" fmla="*/ 859449 h 2578346"/>
              <a:gd name="connsiteX13" fmla="*/ 3437794 w 6875588"/>
              <a:gd name="connsiteY13" fmla="*/ 286483 h 2578346"/>
              <a:gd name="connsiteX14" fmla="*/ 5156691 w 6875588"/>
              <a:gd name="connsiteY14" fmla="*/ 286483 h 2578346"/>
              <a:gd name="connsiteX15" fmla="*/ 5156691 w 6875588"/>
              <a:gd name="connsiteY15" fmla="*/ 1432414 h 2578346"/>
              <a:gd name="connsiteX16" fmla="*/ 5729657 w 6875588"/>
              <a:gd name="connsiteY16" fmla="*/ 1432414 h 2578346"/>
              <a:gd name="connsiteX17" fmla="*/ 5729657 w 6875588"/>
              <a:gd name="connsiteY17" fmla="*/ 859449 h 2578346"/>
              <a:gd name="connsiteX18" fmla="*/ 6302622 w 6875588"/>
              <a:gd name="connsiteY18" fmla="*/ 859449 h 2578346"/>
              <a:gd name="connsiteX19" fmla="*/ 6302622 w 6875588"/>
              <a:gd name="connsiteY19" fmla="*/ 286483 h 2578346"/>
              <a:gd name="connsiteX20" fmla="*/ 6875588 w 6875588"/>
              <a:gd name="connsiteY20" fmla="*/ 286483 h 2578346"/>
              <a:gd name="connsiteX21" fmla="*/ 6875588 w 6875588"/>
              <a:gd name="connsiteY21" fmla="*/ 2005380 h 2578346"/>
              <a:gd name="connsiteX0" fmla="*/ 1145931 w 6875588"/>
              <a:gd name="connsiteY0" fmla="*/ 0 h 2578346"/>
              <a:gd name="connsiteX1" fmla="*/ 1145931 w 6875588"/>
              <a:gd name="connsiteY1" fmla="*/ 286483 h 2578346"/>
              <a:gd name="connsiteX2" fmla="*/ 0 w 6875588"/>
              <a:gd name="connsiteY2" fmla="*/ 286483 h 2578346"/>
              <a:gd name="connsiteX3" fmla="*/ 0 w 6875588"/>
              <a:gd name="connsiteY3" fmla="*/ 2005380 h 2578346"/>
              <a:gd name="connsiteX4" fmla="*/ 1145931 w 6875588"/>
              <a:gd name="connsiteY4" fmla="*/ 2005380 h 2578346"/>
              <a:gd name="connsiteX5" fmla="*/ 1145931 w 6875588"/>
              <a:gd name="connsiteY5" fmla="*/ 2578346 h 2578346"/>
              <a:gd name="connsiteX6" fmla="*/ 1718897 w 6875588"/>
              <a:gd name="connsiteY6" fmla="*/ 2578346 h 2578346"/>
              <a:gd name="connsiteX7" fmla="*/ 1718897 w 6875588"/>
              <a:gd name="connsiteY7" fmla="*/ 1432414 h 2578346"/>
              <a:gd name="connsiteX8" fmla="*/ 2291863 w 6875588"/>
              <a:gd name="connsiteY8" fmla="*/ 1432414 h 2578346"/>
              <a:gd name="connsiteX9" fmla="*/ 2291863 w 6875588"/>
              <a:gd name="connsiteY9" fmla="*/ 286483 h 2578346"/>
              <a:gd name="connsiteX10" fmla="*/ 2864828 w 6875588"/>
              <a:gd name="connsiteY10" fmla="*/ 286483 h 2578346"/>
              <a:gd name="connsiteX11" fmla="*/ 2864828 w 6875588"/>
              <a:gd name="connsiteY11" fmla="*/ 859449 h 2578346"/>
              <a:gd name="connsiteX12" fmla="*/ 3437794 w 6875588"/>
              <a:gd name="connsiteY12" fmla="*/ 859449 h 2578346"/>
              <a:gd name="connsiteX13" fmla="*/ 3437794 w 6875588"/>
              <a:gd name="connsiteY13" fmla="*/ 286483 h 2578346"/>
              <a:gd name="connsiteX14" fmla="*/ 5156691 w 6875588"/>
              <a:gd name="connsiteY14" fmla="*/ 286483 h 2578346"/>
              <a:gd name="connsiteX15" fmla="*/ 5156691 w 6875588"/>
              <a:gd name="connsiteY15" fmla="*/ 1432414 h 2578346"/>
              <a:gd name="connsiteX16" fmla="*/ 5729657 w 6875588"/>
              <a:gd name="connsiteY16" fmla="*/ 1432414 h 2578346"/>
              <a:gd name="connsiteX17" fmla="*/ 5729657 w 6875588"/>
              <a:gd name="connsiteY17" fmla="*/ 859449 h 2578346"/>
              <a:gd name="connsiteX18" fmla="*/ 6302622 w 6875588"/>
              <a:gd name="connsiteY18" fmla="*/ 859449 h 2578346"/>
              <a:gd name="connsiteX19" fmla="*/ 6302622 w 6875588"/>
              <a:gd name="connsiteY19" fmla="*/ 286483 h 2578346"/>
              <a:gd name="connsiteX20" fmla="*/ 6875588 w 6875588"/>
              <a:gd name="connsiteY20" fmla="*/ 286483 h 2578346"/>
              <a:gd name="connsiteX0" fmla="*/ 1145931 w 6302622"/>
              <a:gd name="connsiteY0" fmla="*/ 0 h 2578346"/>
              <a:gd name="connsiteX1" fmla="*/ 1145931 w 6302622"/>
              <a:gd name="connsiteY1" fmla="*/ 286483 h 2578346"/>
              <a:gd name="connsiteX2" fmla="*/ 0 w 6302622"/>
              <a:gd name="connsiteY2" fmla="*/ 286483 h 2578346"/>
              <a:gd name="connsiteX3" fmla="*/ 0 w 6302622"/>
              <a:gd name="connsiteY3" fmla="*/ 2005380 h 2578346"/>
              <a:gd name="connsiteX4" fmla="*/ 1145931 w 6302622"/>
              <a:gd name="connsiteY4" fmla="*/ 2005380 h 2578346"/>
              <a:gd name="connsiteX5" fmla="*/ 1145931 w 6302622"/>
              <a:gd name="connsiteY5" fmla="*/ 2578346 h 2578346"/>
              <a:gd name="connsiteX6" fmla="*/ 1718897 w 6302622"/>
              <a:gd name="connsiteY6" fmla="*/ 2578346 h 2578346"/>
              <a:gd name="connsiteX7" fmla="*/ 1718897 w 6302622"/>
              <a:gd name="connsiteY7" fmla="*/ 1432414 h 2578346"/>
              <a:gd name="connsiteX8" fmla="*/ 2291863 w 6302622"/>
              <a:gd name="connsiteY8" fmla="*/ 1432414 h 2578346"/>
              <a:gd name="connsiteX9" fmla="*/ 2291863 w 6302622"/>
              <a:gd name="connsiteY9" fmla="*/ 286483 h 2578346"/>
              <a:gd name="connsiteX10" fmla="*/ 2864828 w 6302622"/>
              <a:gd name="connsiteY10" fmla="*/ 286483 h 2578346"/>
              <a:gd name="connsiteX11" fmla="*/ 2864828 w 6302622"/>
              <a:gd name="connsiteY11" fmla="*/ 859449 h 2578346"/>
              <a:gd name="connsiteX12" fmla="*/ 3437794 w 6302622"/>
              <a:gd name="connsiteY12" fmla="*/ 859449 h 2578346"/>
              <a:gd name="connsiteX13" fmla="*/ 3437794 w 6302622"/>
              <a:gd name="connsiteY13" fmla="*/ 286483 h 2578346"/>
              <a:gd name="connsiteX14" fmla="*/ 5156691 w 6302622"/>
              <a:gd name="connsiteY14" fmla="*/ 286483 h 2578346"/>
              <a:gd name="connsiteX15" fmla="*/ 5156691 w 6302622"/>
              <a:gd name="connsiteY15" fmla="*/ 1432414 h 2578346"/>
              <a:gd name="connsiteX16" fmla="*/ 5729657 w 6302622"/>
              <a:gd name="connsiteY16" fmla="*/ 1432414 h 2578346"/>
              <a:gd name="connsiteX17" fmla="*/ 5729657 w 6302622"/>
              <a:gd name="connsiteY17" fmla="*/ 859449 h 2578346"/>
              <a:gd name="connsiteX18" fmla="*/ 6302622 w 6302622"/>
              <a:gd name="connsiteY18" fmla="*/ 859449 h 2578346"/>
              <a:gd name="connsiteX19" fmla="*/ 6302622 w 6302622"/>
              <a:gd name="connsiteY19" fmla="*/ 286483 h 2578346"/>
              <a:gd name="connsiteX0" fmla="*/ 1145931 w 6302622"/>
              <a:gd name="connsiteY0" fmla="*/ 0 h 2578346"/>
              <a:gd name="connsiteX1" fmla="*/ 1145931 w 6302622"/>
              <a:gd name="connsiteY1" fmla="*/ 286483 h 2578346"/>
              <a:gd name="connsiteX2" fmla="*/ 0 w 6302622"/>
              <a:gd name="connsiteY2" fmla="*/ 286483 h 2578346"/>
              <a:gd name="connsiteX3" fmla="*/ 0 w 6302622"/>
              <a:gd name="connsiteY3" fmla="*/ 2005380 h 2578346"/>
              <a:gd name="connsiteX4" fmla="*/ 1145931 w 6302622"/>
              <a:gd name="connsiteY4" fmla="*/ 2005380 h 2578346"/>
              <a:gd name="connsiteX5" fmla="*/ 1145931 w 6302622"/>
              <a:gd name="connsiteY5" fmla="*/ 2578346 h 2578346"/>
              <a:gd name="connsiteX6" fmla="*/ 1718897 w 6302622"/>
              <a:gd name="connsiteY6" fmla="*/ 2578346 h 2578346"/>
              <a:gd name="connsiteX7" fmla="*/ 1718897 w 6302622"/>
              <a:gd name="connsiteY7" fmla="*/ 1432414 h 2578346"/>
              <a:gd name="connsiteX8" fmla="*/ 2291863 w 6302622"/>
              <a:gd name="connsiteY8" fmla="*/ 1432414 h 2578346"/>
              <a:gd name="connsiteX9" fmla="*/ 2291863 w 6302622"/>
              <a:gd name="connsiteY9" fmla="*/ 286483 h 2578346"/>
              <a:gd name="connsiteX10" fmla="*/ 2864828 w 6302622"/>
              <a:gd name="connsiteY10" fmla="*/ 286483 h 2578346"/>
              <a:gd name="connsiteX11" fmla="*/ 2864828 w 6302622"/>
              <a:gd name="connsiteY11" fmla="*/ 859449 h 2578346"/>
              <a:gd name="connsiteX12" fmla="*/ 3437794 w 6302622"/>
              <a:gd name="connsiteY12" fmla="*/ 859449 h 2578346"/>
              <a:gd name="connsiteX13" fmla="*/ 3437794 w 6302622"/>
              <a:gd name="connsiteY13" fmla="*/ 286483 h 2578346"/>
              <a:gd name="connsiteX14" fmla="*/ 5156691 w 6302622"/>
              <a:gd name="connsiteY14" fmla="*/ 286483 h 2578346"/>
              <a:gd name="connsiteX15" fmla="*/ 5156691 w 6302622"/>
              <a:gd name="connsiteY15" fmla="*/ 1432414 h 2578346"/>
              <a:gd name="connsiteX16" fmla="*/ 5729657 w 6302622"/>
              <a:gd name="connsiteY16" fmla="*/ 1432414 h 2578346"/>
              <a:gd name="connsiteX17" fmla="*/ 5729657 w 6302622"/>
              <a:gd name="connsiteY17" fmla="*/ 859449 h 2578346"/>
              <a:gd name="connsiteX18" fmla="*/ 6302622 w 6302622"/>
              <a:gd name="connsiteY18" fmla="*/ 859449 h 2578346"/>
              <a:gd name="connsiteX0" fmla="*/ 1145931 w 5729657"/>
              <a:gd name="connsiteY0" fmla="*/ 0 h 2578346"/>
              <a:gd name="connsiteX1" fmla="*/ 1145931 w 5729657"/>
              <a:gd name="connsiteY1" fmla="*/ 286483 h 2578346"/>
              <a:gd name="connsiteX2" fmla="*/ 0 w 5729657"/>
              <a:gd name="connsiteY2" fmla="*/ 286483 h 2578346"/>
              <a:gd name="connsiteX3" fmla="*/ 0 w 5729657"/>
              <a:gd name="connsiteY3" fmla="*/ 2005380 h 2578346"/>
              <a:gd name="connsiteX4" fmla="*/ 1145931 w 5729657"/>
              <a:gd name="connsiteY4" fmla="*/ 2005380 h 2578346"/>
              <a:gd name="connsiteX5" fmla="*/ 1145931 w 5729657"/>
              <a:gd name="connsiteY5" fmla="*/ 2578346 h 2578346"/>
              <a:gd name="connsiteX6" fmla="*/ 1718897 w 5729657"/>
              <a:gd name="connsiteY6" fmla="*/ 2578346 h 2578346"/>
              <a:gd name="connsiteX7" fmla="*/ 1718897 w 5729657"/>
              <a:gd name="connsiteY7" fmla="*/ 1432414 h 2578346"/>
              <a:gd name="connsiteX8" fmla="*/ 2291863 w 5729657"/>
              <a:gd name="connsiteY8" fmla="*/ 1432414 h 2578346"/>
              <a:gd name="connsiteX9" fmla="*/ 2291863 w 5729657"/>
              <a:gd name="connsiteY9" fmla="*/ 286483 h 2578346"/>
              <a:gd name="connsiteX10" fmla="*/ 2864828 w 5729657"/>
              <a:gd name="connsiteY10" fmla="*/ 286483 h 2578346"/>
              <a:gd name="connsiteX11" fmla="*/ 2864828 w 5729657"/>
              <a:gd name="connsiteY11" fmla="*/ 859449 h 2578346"/>
              <a:gd name="connsiteX12" fmla="*/ 3437794 w 5729657"/>
              <a:gd name="connsiteY12" fmla="*/ 859449 h 2578346"/>
              <a:gd name="connsiteX13" fmla="*/ 3437794 w 5729657"/>
              <a:gd name="connsiteY13" fmla="*/ 286483 h 2578346"/>
              <a:gd name="connsiteX14" fmla="*/ 5156691 w 5729657"/>
              <a:gd name="connsiteY14" fmla="*/ 286483 h 2578346"/>
              <a:gd name="connsiteX15" fmla="*/ 5156691 w 5729657"/>
              <a:gd name="connsiteY15" fmla="*/ 1432414 h 2578346"/>
              <a:gd name="connsiteX16" fmla="*/ 5729657 w 5729657"/>
              <a:gd name="connsiteY16" fmla="*/ 1432414 h 2578346"/>
              <a:gd name="connsiteX17" fmla="*/ 5729657 w 5729657"/>
              <a:gd name="connsiteY17" fmla="*/ 859449 h 2578346"/>
              <a:gd name="connsiteX0" fmla="*/ 1145931 w 5729657"/>
              <a:gd name="connsiteY0" fmla="*/ 0 h 2578346"/>
              <a:gd name="connsiteX1" fmla="*/ 1145931 w 5729657"/>
              <a:gd name="connsiteY1" fmla="*/ 286483 h 2578346"/>
              <a:gd name="connsiteX2" fmla="*/ 0 w 5729657"/>
              <a:gd name="connsiteY2" fmla="*/ 286483 h 2578346"/>
              <a:gd name="connsiteX3" fmla="*/ 0 w 5729657"/>
              <a:gd name="connsiteY3" fmla="*/ 2005380 h 2578346"/>
              <a:gd name="connsiteX4" fmla="*/ 1145931 w 5729657"/>
              <a:gd name="connsiteY4" fmla="*/ 2005380 h 2578346"/>
              <a:gd name="connsiteX5" fmla="*/ 1145931 w 5729657"/>
              <a:gd name="connsiteY5" fmla="*/ 2578346 h 2578346"/>
              <a:gd name="connsiteX6" fmla="*/ 1718897 w 5729657"/>
              <a:gd name="connsiteY6" fmla="*/ 2578346 h 2578346"/>
              <a:gd name="connsiteX7" fmla="*/ 1718897 w 5729657"/>
              <a:gd name="connsiteY7" fmla="*/ 1432414 h 2578346"/>
              <a:gd name="connsiteX8" fmla="*/ 2291863 w 5729657"/>
              <a:gd name="connsiteY8" fmla="*/ 1432414 h 2578346"/>
              <a:gd name="connsiteX9" fmla="*/ 2291863 w 5729657"/>
              <a:gd name="connsiteY9" fmla="*/ 286483 h 2578346"/>
              <a:gd name="connsiteX10" fmla="*/ 2864828 w 5729657"/>
              <a:gd name="connsiteY10" fmla="*/ 286483 h 2578346"/>
              <a:gd name="connsiteX11" fmla="*/ 2864828 w 5729657"/>
              <a:gd name="connsiteY11" fmla="*/ 859449 h 2578346"/>
              <a:gd name="connsiteX12" fmla="*/ 3437794 w 5729657"/>
              <a:gd name="connsiteY12" fmla="*/ 859449 h 2578346"/>
              <a:gd name="connsiteX13" fmla="*/ 3437794 w 5729657"/>
              <a:gd name="connsiteY13" fmla="*/ 286483 h 2578346"/>
              <a:gd name="connsiteX14" fmla="*/ 5156691 w 5729657"/>
              <a:gd name="connsiteY14" fmla="*/ 286483 h 2578346"/>
              <a:gd name="connsiteX15" fmla="*/ 5156691 w 5729657"/>
              <a:gd name="connsiteY15" fmla="*/ 1432414 h 2578346"/>
              <a:gd name="connsiteX16" fmla="*/ 5729657 w 5729657"/>
              <a:gd name="connsiteY16" fmla="*/ 1432414 h 2578346"/>
              <a:gd name="connsiteX0" fmla="*/ 1145931 w 5156691"/>
              <a:gd name="connsiteY0" fmla="*/ 0 h 2578346"/>
              <a:gd name="connsiteX1" fmla="*/ 1145931 w 5156691"/>
              <a:gd name="connsiteY1" fmla="*/ 286483 h 2578346"/>
              <a:gd name="connsiteX2" fmla="*/ 0 w 5156691"/>
              <a:gd name="connsiteY2" fmla="*/ 286483 h 2578346"/>
              <a:gd name="connsiteX3" fmla="*/ 0 w 5156691"/>
              <a:gd name="connsiteY3" fmla="*/ 2005380 h 2578346"/>
              <a:gd name="connsiteX4" fmla="*/ 1145931 w 5156691"/>
              <a:gd name="connsiteY4" fmla="*/ 2005380 h 2578346"/>
              <a:gd name="connsiteX5" fmla="*/ 1145931 w 5156691"/>
              <a:gd name="connsiteY5" fmla="*/ 2578346 h 2578346"/>
              <a:gd name="connsiteX6" fmla="*/ 1718897 w 5156691"/>
              <a:gd name="connsiteY6" fmla="*/ 2578346 h 2578346"/>
              <a:gd name="connsiteX7" fmla="*/ 1718897 w 5156691"/>
              <a:gd name="connsiteY7" fmla="*/ 1432414 h 2578346"/>
              <a:gd name="connsiteX8" fmla="*/ 2291863 w 5156691"/>
              <a:gd name="connsiteY8" fmla="*/ 1432414 h 2578346"/>
              <a:gd name="connsiteX9" fmla="*/ 2291863 w 5156691"/>
              <a:gd name="connsiteY9" fmla="*/ 286483 h 2578346"/>
              <a:gd name="connsiteX10" fmla="*/ 2864828 w 5156691"/>
              <a:gd name="connsiteY10" fmla="*/ 286483 h 2578346"/>
              <a:gd name="connsiteX11" fmla="*/ 2864828 w 5156691"/>
              <a:gd name="connsiteY11" fmla="*/ 859449 h 2578346"/>
              <a:gd name="connsiteX12" fmla="*/ 3437794 w 5156691"/>
              <a:gd name="connsiteY12" fmla="*/ 859449 h 2578346"/>
              <a:gd name="connsiteX13" fmla="*/ 3437794 w 5156691"/>
              <a:gd name="connsiteY13" fmla="*/ 286483 h 2578346"/>
              <a:gd name="connsiteX14" fmla="*/ 5156691 w 5156691"/>
              <a:gd name="connsiteY14" fmla="*/ 286483 h 2578346"/>
              <a:gd name="connsiteX15" fmla="*/ 5156691 w 5156691"/>
              <a:gd name="connsiteY15" fmla="*/ 1432414 h 2578346"/>
              <a:gd name="connsiteX0" fmla="*/ 1145931 w 5156691"/>
              <a:gd name="connsiteY0" fmla="*/ 0 h 2578346"/>
              <a:gd name="connsiteX1" fmla="*/ 1145931 w 5156691"/>
              <a:gd name="connsiteY1" fmla="*/ 286483 h 2578346"/>
              <a:gd name="connsiteX2" fmla="*/ 0 w 5156691"/>
              <a:gd name="connsiteY2" fmla="*/ 286483 h 2578346"/>
              <a:gd name="connsiteX3" fmla="*/ 0 w 5156691"/>
              <a:gd name="connsiteY3" fmla="*/ 2005380 h 2578346"/>
              <a:gd name="connsiteX4" fmla="*/ 1145931 w 5156691"/>
              <a:gd name="connsiteY4" fmla="*/ 2005380 h 2578346"/>
              <a:gd name="connsiteX5" fmla="*/ 1145931 w 5156691"/>
              <a:gd name="connsiteY5" fmla="*/ 2578346 h 2578346"/>
              <a:gd name="connsiteX6" fmla="*/ 1718897 w 5156691"/>
              <a:gd name="connsiteY6" fmla="*/ 2578346 h 2578346"/>
              <a:gd name="connsiteX7" fmla="*/ 1718897 w 5156691"/>
              <a:gd name="connsiteY7" fmla="*/ 1432414 h 2578346"/>
              <a:gd name="connsiteX8" fmla="*/ 2291863 w 5156691"/>
              <a:gd name="connsiteY8" fmla="*/ 1432414 h 2578346"/>
              <a:gd name="connsiteX9" fmla="*/ 2291863 w 5156691"/>
              <a:gd name="connsiteY9" fmla="*/ 286483 h 2578346"/>
              <a:gd name="connsiteX10" fmla="*/ 2864828 w 5156691"/>
              <a:gd name="connsiteY10" fmla="*/ 286483 h 2578346"/>
              <a:gd name="connsiteX11" fmla="*/ 2864828 w 5156691"/>
              <a:gd name="connsiteY11" fmla="*/ 859449 h 2578346"/>
              <a:gd name="connsiteX12" fmla="*/ 3437794 w 5156691"/>
              <a:gd name="connsiteY12" fmla="*/ 859449 h 2578346"/>
              <a:gd name="connsiteX13" fmla="*/ 3437794 w 5156691"/>
              <a:gd name="connsiteY13" fmla="*/ 286483 h 2578346"/>
              <a:gd name="connsiteX14" fmla="*/ 5156691 w 5156691"/>
              <a:gd name="connsiteY14" fmla="*/ 286483 h 2578346"/>
              <a:gd name="connsiteX0" fmla="*/ 1145931 w 3437794"/>
              <a:gd name="connsiteY0" fmla="*/ 0 h 2578346"/>
              <a:gd name="connsiteX1" fmla="*/ 1145931 w 3437794"/>
              <a:gd name="connsiteY1" fmla="*/ 286483 h 2578346"/>
              <a:gd name="connsiteX2" fmla="*/ 0 w 3437794"/>
              <a:gd name="connsiteY2" fmla="*/ 286483 h 2578346"/>
              <a:gd name="connsiteX3" fmla="*/ 0 w 3437794"/>
              <a:gd name="connsiteY3" fmla="*/ 2005380 h 2578346"/>
              <a:gd name="connsiteX4" fmla="*/ 1145931 w 3437794"/>
              <a:gd name="connsiteY4" fmla="*/ 2005380 h 2578346"/>
              <a:gd name="connsiteX5" fmla="*/ 1145931 w 3437794"/>
              <a:gd name="connsiteY5" fmla="*/ 2578346 h 2578346"/>
              <a:gd name="connsiteX6" fmla="*/ 1718897 w 3437794"/>
              <a:gd name="connsiteY6" fmla="*/ 2578346 h 2578346"/>
              <a:gd name="connsiteX7" fmla="*/ 1718897 w 3437794"/>
              <a:gd name="connsiteY7" fmla="*/ 1432414 h 2578346"/>
              <a:gd name="connsiteX8" fmla="*/ 2291863 w 3437794"/>
              <a:gd name="connsiteY8" fmla="*/ 1432414 h 2578346"/>
              <a:gd name="connsiteX9" fmla="*/ 2291863 w 3437794"/>
              <a:gd name="connsiteY9" fmla="*/ 286483 h 2578346"/>
              <a:gd name="connsiteX10" fmla="*/ 2864828 w 3437794"/>
              <a:gd name="connsiteY10" fmla="*/ 286483 h 2578346"/>
              <a:gd name="connsiteX11" fmla="*/ 2864828 w 3437794"/>
              <a:gd name="connsiteY11" fmla="*/ 859449 h 2578346"/>
              <a:gd name="connsiteX12" fmla="*/ 3437794 w 3437794"/>
              <a:gd name="connsiteY12" fmla="*/ 859449 h 2578346"/>
              <a:gd name="connsiteX13" fmla="*/ 3437794 w 3437794"/>
              <a:gd name="connsiteY13" fmla="*/ 286483 h 2578346"/>
              <a:gd name="connsiteX0" fmla="*/ 1145931 w 3437794"/>
              <a:gd name="connsiteY0" fmla="*/ 0 h 2578346"/>
              <a:gd name="connsiteX1" fmla="*/ 1145931 w 3437794"/>
              <a:gd name="connsiteY1" fmla="*/ 286483 h 2578346"/>
              <a:gd name="connsiteX2" fmla="*/ 0 w 3437794"/>
              <a:gd name="connsiteY2" fmla="*/ 286483 h 2578346"/>
              <a:gd name="connsiteX3" fmla="*/ 0 w 3437794"/>
              <a:gd name="connsiteY3" fmla="*/ 2005380 h 2578346"/>
              <a:gd name="connsiteX4" fmla="*/ 1145931 w 3437794"/>
              <a:gd name="connsiteY4" fmla="*/ 2005380 h 2578346"/>
              <a:gd name="connsiteX5" fmla="*/ 1145931 w 3437794"/>
              <a:gd name="connsiteY5" fmla="*/ 2578346 h 2578346"/>
              <a:gd name="connsiteX6" fmla="*/ 1718897 w 3437794"/>
              <a:gd name="connsiteY6" fmla="*/ 2578346 h 2578346"/>
              <a:gd name="connsiteX7" fmla="*/ 1718897 w 3437794"/>
              <a:gd name="connsiteY7" fmla="*/ 1432414 h 2578346"/>
              <a:gd name="connsiteX8" fmla="*/ 2291863 w 3437794"/>
              <a:gd name="connsiteY8" fmla="*/ 1432414 h 2578346"/>
              <a:gd name="connsiteX9" fmla="*/ 2291863 w 3437794"/>
              <a:gd name="connsiteY9" fmla="*/ 286483 h 2578346"/>
              <a:gd name="connsiteX10" fmla="*/ 2864828 w 3437794"/>
              <a:gd name="connsiteY10" fmla="*/ 286483 h 2578346"/>
              <a:gd name="connsiteX11" fmla="*/ 2864828 w 3437794"/>
              <a:gd name="connsiteY11" fmla="*/ 859449 h 2578346"/>
              <a:gd name="connsiteX12" fmla="*/ 3437794 w 3437794"/>
              <a:gd name="connsiteY12" fmla="*/ 859449 h 2578346"/>
              <a:gd name="connsiteX0" fmla="*/ 1145931 w 2864828"/>
              <a:gd name="connsiteY0" fmla="*/ 0 h 2578346"/>
              <a:gd name="connsiteX1" fmla="*/ 1145931 w 2864828"/>
              <a:gd name="connsiteY1" fmla="*/ 286483 h 2578346"/>
              <a:gd name="connsiteX2" fmla="*/ 0 w 2864828"/>
              <a:gd name="connsiteY2" fmla="*/ 286483 h 2578346"/>
              <a:gd name="connsiteX3" fmla="*/ 0 w 2864828"/>
              <a:gd name="connsiteY3" fmla="*/ 2005380 h 2578346"/>
              <a:gd name="connsiteX4" fmla="*/ 1145931 w 2864828"/>
              <a:gd name="connsiteY4" fmla="*/ 2005380 h 2578346"/>
              <a:gd name="connsiteX5" fmla="*/ 1145931 w 2864828"/>
              <a:gd name="connsiteY5" fmla="*/ 2578346 h 2578346"/>
              <a:gd name="connsiteX6" fmla="*/ 1718897 w 2864828"/>
              <a:gd name="connsiteY6" fmla="*/ 2578346 h 2578346"/>
              <a:gd name="connsiteX7" fmla="*/ 1718897 w 2864828"/>
              <a:gd name="connsiteY7" fmla="*/ 1432414 h 2578346"/>
              <a:gd name="connsiteX8" fmla="*/ 2291863 w 2864828"/>
              <a:gd name="connsiteY8" fmla="*/ 1432414 h 2578346"/>
              <a:gd name="connsiteX9" fmla="*/ 2291863 w 2864828"/>
              <a:gd name="connsiteY9" fmla="*/ 286483 h 2578346"/>
              <a:gd name="connsiteX10" fmla="*/ 2864828 w 2864828"/>
              <a:gd name="connsiteY10" fmla="*/ 286483 h 2578346"/>
              <a:gd name="connsiteX11" fmla="*/ 2864828 w 2864828"/>
              <a:gd name="connsiteY11" fmla="*/ 859449 h 2578346"/>
              <a:gd name="connsiteX0" fmla="*/ 1145931 w 2864828"/>
              <a:gd name="connsiteY0" fmla="*/ 0 h 2578346"/>
              <a:gd name="connsiteX1" fmla="*/ 1145931 w 2864828"/>
              <a:gd name="connsiteY1" fmla="*/ 286483 h 2578346"/>
              <a:gd name="connsiteX2" fmla="*/ 0 w 2864828"/>
              <a:gd name="connsiteY2" fmla="*/ 286483 h 2578346"/>
              <a:gd name="connsiteX3" fmla="*/ 0 w 2864828"/>
              <a:gd name="connsiteY3" fmla="*/ 2005380 h 2578346"/>
              <a:gd name="connsiteX4" fmla="*/ 1145931 w 2864828"/>
              <a:gd name="connsiteY4" fmla="*/ 2005380 h 2578346"/>
              <a:gd name="connsiteX5" fmla="*/ 1145931 w 2864828"/>
              <a:gd name="connsiteY5" fmla="*/ 2578346 h 2578346"/>
              <a:gd name="connsiteX6" fmla="*/ 1718897 w 2864828"/>
              <a:gd name="connsiteY6" fmla="*/ 2578346 h 2578346"/>
              <a:gd name="connsiteX7" fmla="*/ 1718897 w 2864828"/>
              <a:gd name="connsiteY7" fmla="*/ 1432414 h 2578346"/>
              <a:gd name="connsiteX8" fmla="*/ 2291863 w 2864828"/>
              <a:gd name="connsiteY8" fmla="*/ 1432414 h 2578346"/>
              <a:gd name="connsiteX9" fmla="*/ 2291863 w 2864828"/>
              <a:gd name="connsiteY9" fmla="*/ 286483 h 2578346"/>
              <a:gd name="connsiteX10" fmla="*/ 2864828 w 2864828"/>
              <a:gd name="connsiteY10" fmla="*/ 286483 h 2578346"/>
              <a:gd name="connsiteX0" fmla="*/ 1145931 w 2291863"/>
              <a:gd name="connsiteY0" fmla="*/ 0 h 2578346"/>
              <a:gd name="connsiteX1" fmla="*/ 1145931 w 2291863"/>
              <a:gd name="connsiteY1" fmla="*/ 286483 h 2578346"/>
              <a:gd name="connsiteX2" fmla="*/ 0 w 2291863"/>
              <a:gd name="connsiteY2" fmla="*/ 286483 h 2578346"/>
              <a:gd name="connsiteX3" fmla="*/ 0 w 2291863"/>
              <a:gd name="connsiteY3" fmla="*/ 2005380 h 2578346"/>
              <a:gd name="connsiteX4" fmla="*/ 1145931 w 2291863"/>
              <a:gd name="connsiteY4" fmla="*/ 2005380 h 2578346"/>
              <a:gd name="connsiteX5" fmla="*/ 1145931 w 2291863"/>
              <a:gd name="connsiteY5" fmla="*/ 2578346 h 2578346"/>
              <a:gd name="connsiteX6" fmla="*/ 1718897 w 2291863"/>
              <a:gd name="connsiteY6" fmla="*/ 2578346 h 2578346"/>
              <a:gd name="connsiteX7" fmla="*/ 1718897 w 2291863"/>
              <a:gd name="connsiteY7" fmla="*/ 1432414 h 2578346"/>
              <a:gd name="connsiteX8" fmla="*/ 2291863 w 2291863"/>
              <a:gd name="connsiteY8" fmla="*/ 1432414 h 2578346"/>
              <a:gd name="connsiteX9" fmla="*/ 2291863 w 2291863"/>
              <a:gd name="connsiteY9" fmla="*/ 286483 h 2578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291863" h="2578346">
                <a:moveTo>
                  <a:pt x="1145931" y="0"/>
                </a:moveTo>
                <a:lnTo>
                  <a:pt x="1145931" y="286483"/>
                </a:lnTo>
                <a:lnTo>
                  <a:pt x="0" y="286483"/>
                </a:lnTo>
                <a:lnTo>
                  <a:pt x="0" y="2005380"/>
                </a:lnTo>
                <a:lnTo>
                  <a:pt x="1145931" y="2005380"/>
                </a:lnTo>
                <a:lnTo>
                  <a:pt x="1145931" y="2578346"/>
                </a:lnTo>
                <a:lnTo>
                  <a:pt x="1718897" y="2578346"/>
                </a:lnTo>
                <a:lnTo>
                  <a:pt x="1718897" y="1432414"/>
                </a:lnTo>
                <a:lnTo>
                  <a:pt x="2291863" y="1432414"/>
                </a:lnTo>
                <a:lnTo>
                  <a:pt x="2291863" y="286483"/>
                </a:lnTo>
              </a:path>
            </a:pathLst>
          </a:custGeom>
          <a:noFill/>
          <a:ln w="71614" cap="sq">
            <a:solidFill>
              <a:srgbClr val="FF0000"/>
            </a:solidFill>
            <a:prstDash val="sysDot"/>
            <a:round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218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6EE1B1B3-B336-4640-AEBC-CDE11E1BD096}"/>
              </a:ext>
            </a:extLst>
          </p:cNvPr>
          <p:cNvSpPr/>
          <p:nvPr/>
        </p:nvSpPr>
        <p:spPr>
          <a:xfrm>
            <a:off x="4798606" y="495827"/>
            <a:ext cx="5156691" cy="2578346"/>
          </a:xfrm>
          <a:custGeom>
            <a:avLst/>
            <a:gdLst>
              <a:gd name="connsiteX0" fmla="*/ 1145931 w 6875587"/>
              <a:gd name="connsiteY0" fmla="*/ 0 h 5729656"/>
              <a:gd name="connsiteX1" fmla="*/ 1145931 w 6875587"/>
              <a:gd name="connsiteY1" fmla="*/ 286483 h 5729656"/>
              <a:gd name="connsiteX2" fmla="*/ 0 w 6875587"/>
              <a:gd name="connsiteY2" fmla="*/ 286483 h 5729656"/>
              <a:gd name="connsiteX3" fmla="*/ 0 w 6875587"/>
              <a:gd name="connsiteY3" fmla="*/ 2005380 h 5729656"/>
              <a:gd name="connsiteX4" fmla="*/ 1145931 w 6875587"/>
              <a:gd name="connsiteY4" fmla="*/ 2005380 h 5729656"/>
              <a:gd name="connsiteX5" fmla="*/ 1145931 w 6875587"/>
              <a:gd name="connsiteY5" fmla="*/ 2578346 h 5729656"/>
              <a:gd name="connsiteX6" fmla="*/ 1718897 w 6875587"/>
              <a:gd name="connsiteY6" fmla="*/ 2578346 h 5729656"/>
              <a:gd name="connsiteX7" fmla="*/ 1718897 w 6875587"/>
              <a:gd name="connsiteY7" fmla="*/ 1432414 h 5729656"/>
              <a:gd name="connsiteX8" fmla="*/ 2291863 w 6875587"/>
              <a:gd name="connsiteY8" fmla="*/ 1432414 h 5729656"/>
              <a:gd name="connsiteX9" fmla="*/ 2291863 w 6875587"/>
              <a:gd name="connsiteY9" fmla="*/ 286483 h 5729656"/>
              <a:gd name="connsiteX10" fmla="*/ 2864828 w 6875587"/>
              <a:gd name="connsiteY10" fmla="*/ 286483 h 5729656"/>
              <a:gd name="connsiteX11" fmla="*/ 2864828 w 6875587"/>
              <a:gd name="connsiteY11" fmla="*/ 859449 h 5729656"/>
              <a:gd name="connsiteX12" fmla="*/ 3437794 w 6875587"/>
              <a:gd name="connsiteY12" fmla="*/ 859449 h 5729656"/>
              <a:gd name="connsiteX13" fmla="*/ 3437794 w 6875587"/>
              <a:gd name="connsiteY13" fmla="*/ 286483 h 5729656"/>
              <a:gd name="connsiteX14" fmla="*/ 5156691 w 6875587"/>
              <a:gd name="connsiteY14" fmla="*/ 286483 h 5729656"/>
              <a:gd name="connsiteX15" fmla="*/ 5156691 w 6875587"/>
              <a:gd name="connsiteY15" fmla="*/ 1432414 h 5729656"/>
              <a:gd name="connsiteX16" fmla="*/ 5729657 w 6875587"/>
              <a:gd name="connsiteY16" fmla="*/ 1432414 h 5729656"/>
              <a:gd name="connsiteX17" fmla="*/ 5729657 w 6875587"/>
              <a:gd name="connsiteY17" fmla="*/ 859449 h 5729656"/>
              <a:gd name="connsiteX18" fmla="*/ 6302622 w 6875587"/>
              <a:gd name="connsiteY18" fmla="*/ 859449 h 5729656"/>
              <a:gd name="connsiteX19" fmla="*/ 6302622 w 6875587"/>
              <a:gd name="connsiteY19" fmla="*/ 286483 h 5729656"/>
              <a:gd name="connsiteX20" fmla="*/ 6875588 w 6875587"/>
              <a:gd name="connsiteY20" fmla="*/ 286483 h 5729656"/>
              <a:gd name="connsiteX21" fmla="*/ 6875588 w 6875587"/>
              <a:gd name="connsiteY21" fmla="*/ 2005380 h 5729656"/>
              <a:gd name="connsiteX22" fmla="*/ 5156691 w 6875587"/>
              <a:gd name="connsiteY22" fmla="*/ 2005380 h 5729656"/>
              <a:gd name="connsiteX23" fmla="*/ 5156691 w 6875587"/>
              <a:gd name="connsiteY23" fmla="*/ 2578346 h 5729656"/>
              <a:gd name="connsiteX24" fmla="*/ 4583725 w 6875587"/>
              <a:gd name="connsiteY24" fmla="*/ 2578346 h 5729656"/>
              <a:gd name="connsiteX25" fmla="*/ 4583725 w 6875587"/>
              <a:gd name="connsiteY25" fmla="*/ 3151311 h 5729656"/>
              <a:gd name="connsiteX26" fmla="*/ 4010760 w 6875587"/>
              <a:gd name="connsiteY26" fmla="*/ 3151311 h 5729656"/>
              <a:gd name="connsiteX27" fmla="*/ 4010760 w 6875587"/>
              <a:gd name="connsiteY27" fmla="*/ 3724277 h 5729656"/>
              <a:gd name="connsiteX28" fmla="*/ 5156691 w 6875587"/>
              <a:gd name="connsiteY28" fmla="*/ 3724277 h 5729656"/>
              <a:gd name="connsiteX29" fmla="*/ 5156691 w 6875587"/>
              <a:gd name="connsiteY29" fmla="*/ 3151311 h 5729656"/>
              <a:gd name="connsiteX30" fmla="*/ 5729657 w 6875587"/>
              <a:gd name="connsiteY30" fmla="*/ 3151311 h 5729656"/>
              <a:gd name="connsiteX31" fmla="*/ 5729657 w 6875587"/>
              <a:gd name="connsiteY31" fmla="*/ 2578346 h 5729656"/>
              <a:gd name="connsiteX32" fmla="*/ 6875588 w 6875587"/>
              <a:gd name="connsiteY32" fmla="*/ 2578346 h 5729656"/>
              <a:gd name="connsiteX33" fmla="*/ 6875588 w 6875587"/>
              <a:gd name="connsiteY33" fmla="*/ 3724277 h 5729656"/>
              <a:gd name="connsiteX34" fmla="*/ 5729657 w 6875587"/>
              <a:gd name="connsiteY34" fmla="*/ 3724277 h 5729656"/>
              <a:gd name="connsiteX35" fmla="*/ 5729657 w 6875587"/>
              <a:gd name="connsiteY35" fmla="*/ 4870208 h 5729656"/>
              <a:gd name="connsiteX36" fmla="*/ 5156691 w 6875587"/>
              <a:gd name="connsiteY36" fmla="*/ 4870208 h 5729656"/>
              <a:gd name="connsiteX37" fmla="*/ 5156691 w 6875587"/>
              <a:gd name="connsiteY37" fmla="*/ 4297243 h 5729656"/>
              <a:gd name="connsiteX38" fmla="*/ 2864828 w 6875587"/>
              <a:gd name="connsiteY38" fmla="*/ 4297243 h 5729656"/>
              <a:gd name="connsiteX39" fmla="*/ 2864828 w 6875587"/>
              <a:gd name="connsiteY39" fmla="*/ 4870208 h 5729656"/>
              <a:gd name="connsiteX40" fmla="*/ 4010760 w 6875587"/>
              <a:gd name="connsiteY40" fmla="*/ 4870208 h 5729656"/>
              <a:gd name="connsiteX41" fmla="*/ 4010760 w 6875587"/>
              <a:gd name="connsiteY41" fmla="*/ 5443174 h 5729656"/>
              <a:gd name="connsiteX42" fmla="*/ 1718897 w 6875587"/>
              <a:gd name="connsiteY42" fmla="*/ 5443174 h 5729656"/>
              <a:gd name="connsiteX43" fmla="*/ 1718897 w 6875587"/>
              <a:gd name="connsiteY43" fmla="*/ 5729657 h 5729656"/>
              <a:gd name="connsiteX0" fmla="*/ 1145931 w 6875588"/>
              <a:gd name="connsiteY0" fmla="*/ 0 h 5443174"/>
              <a:gd name="connsiteX1" fmla="*/ 1145931 w 6875588"/>
              <a:gd name="connsiteY1" fmla="*/ 286483 h 5443174"/>
              <a:gd name="connsiteX2" fmla="*/ 0 w 6875588"/>
              <a:gd name="connsiteY2" fmla="*/ 286483 h 5443174"/>
              <a:gd name="connsiteX3" fmla="*/ 0 w 6875588"/>
              <a:gd name="connsiteY3" fmla="*/ 2005380 h 5443174"/>
              <a:gd name="connsiteX4" fmla="*/ 1145931 w 6875588"/>
              <a:gd name="connsiteY4" fmla="*/ 2005380 h 5443174"/>
              <a:gd name="connsiteX5" fmla="*/ 1145931 w 6875588"/>
              <a:gd name="connsiteY5" fmla="*/ 2578346 h 5443174"/>
              <a:gd name="connsiteX6" fmla="*/ 1718897 w 6875588"/>
              <a:gd name="connsiteY6" fmla="*/ 2578346 h 5443174"/>
              <a:gd name="connsiteX7" fmla="*/ 1718897 w 6875588"/>
              <a:gd name="connsiteY7" fmla="*/ 1432414 h 5443174"/>
              <a:gd name="connsiteX8" fmla="*/ 2291863 w 6875588"/>
              <a:gd name="connsiteY8" fmla="*/ 1432414 h 5443174"/>
              <a:gd name="connsiteX9" fmla="*/ 2291863 w 6875588"/>
              <a:gd name="connsiteY9" fmla="*/ 286483 h 5443174"/>
              <a:gd name="connsiteX10" fmla="*/ 2864828 w 6875588"/>
              <a:gd name="connsiteY10" fmla="*/ 286483 h 5443174"/>
              <a:gd name="connsiteX11" fmla="*/ 2864828 w 6875588"/>
              <a:gd name="connsiteY11" fmla="*/ 859449 h 5443174"/>
              <a:gd name="connsiteX12" fmla="*/ 3437794 w 6875588"/>
              <a:gd name="connsiteY12" fmla="*/ 859449 h 5443174"/>
              <a:gd name="connsiteX13" fmla="*/ 3437794 w 6875588"/>
              <a:gd name="connsiteY13" fmla="*/ 286483 h 5443174"/>
              <a:gd name="connsiteX14" fmla="*/ 5156691 w 6875588"/>
              <a:gd name="connsiteY14" fmla="*/ 286483 h 5443174"/>
              <a:gd name="connsiteX15" fmla="*/ 5156691 w 6875588"/>
              <a:gd name="connsiteY15" fmla="*/ 1432414 h 5443174"/>
              <a:gd name="connsiteX16" fmla="*/ 5729657 w 6875588"/>
              <a:gd name="connsiteY16" fmla="*/ 1432414 h 5443174"/>
              <a:gd name="connsiteX17" fmla="*/ 5729657 w 6875588"/>
              <a:gd name="connsiteY17" fmla="*/ 859449 h 5443174"/>
              <a:gd name="connsiteX18" fmla="*/ 6302622 w 6875588"/>
              <a:gd name="connsiteY18" fmla="*/ 859449 h 5443174"/>
              <a:gd name="connsiteX19" fmla="*/ 6302622 w 6875588"/>
              <a:gd name="connsiteY19" fmla="*/ 286483 h 5443174"/>
              <a:gd name="connsiteX20" fmla="*/ 6875588 w 6875588"/>
              <a:gd name="connsiteY20" fmla="*/ 286483 h 5443174"/>
              <a:gd name="connsiteX21" fmla="*/ 6875588 w 6875588"/>
              <a:gd name="connsiteY21" fmla="*/ 2005380 h 5443174"/>
              <a:gd name="connsiteX22" fmla="*/ 5156691 w 6875588"/>
              <a:gd name="connsiteY22" fmla="*/ 2005380 h 5443174"/>
              <a:gd name="connsiteX23" fmla="*/ 5156691 w 6875588"/>
              <a:gd name="connsiteY23" fmla="*/ 2578346 h 5443174"/>
              <a:gd name="connsiteX24" fmla="*/ 4583725 w 6875588"/>
              <a:gd name="connsiteY24" fmla="*/ 2578346 h 5443174"/>
              <a:gd name="connsiteX25" fmla="*/ 4583725 w 6875588"/>
              <a:gd name="connsiteY25" fmla="*/ 3151311 h 5443174"/>
              <a:gd name="connsiteX26" fmla="*/ 4010760 w 6875588"/>
              <a:gd name="connsiteY26" fmla="*/ 3151311 h 5443174"/>
              <a:gd name="connsiteX27" fmla="*/ 4010760 w 6875588"/>
              <a:gd name="connsiteY27" fmla="*/ 3724277 h 5443174"/>
              <a:gd name="connsiteX28" fmla="*/ 5156691 w 6875588"/>
              <a:gd name="connsiteY28" fmla="*/ 3724277 h 5443174"/>
              <a:gd name="connsiteX29" fmla="*/ 5156691 w 6875588"/>
              <a:gd name="connsiteY29" fmla="*/ 3151311 h 5443174"/>
              <a:gd name="connsiteX30" fmla="*/ 5729657 w 6875588"/>
              <a:gd name="connsiteY30" fmla="*/ 3151311 h 5443174"/>
              <a:gd name="connsiteX31" fmla="*/ 5729657 w 6875588"/>
              <a:gd name="connsiteY31" fmla="*/ 2578346 h 5443174"/>
              <a:gd name="connsiteX32" fmla="*/ 6875588 w 6875588"/>
              <a:gd name="connsiteY32" fmla="*/ 2578346 h 5443174"/>
              <a:gd name="connsiteX33" fmla="*/ 6875588 w 6875588"/>
              <a:gd name="connsiteY33" fmla="*/ 3724277 h 5443174"/>
              <a:gd name="connsiteX34" fmla="*/ 5729657 w 6875588"/>
              <a:gd name="connsiteY34" fmla="*/ 3724277 h 5443174"/>
              <a:gd name="connsiteX35" fmla="*/ 5729657 w 6875588"/>
              <a:gd name="connsiteY35" fmla="*/ 4870208 h 5443174"/>
              <a:gd name="connsiteX36" fmla="*/ 5156691 w 6875588"/>
              <a:gd name="connsiteY36" fmla="*/ 4870208 h 5443174"/>
              <a:gd name="connsiteX37" fmla="*/ 5156691 w 6875588"/>
              <a:gd name="connsiteY37" fmla="*/ 4297243 h 5443174"/>
              <a:gd name="connsiteX38" fmla="*/ 2864828 w 6875588"/>
              <a:gd name="connsiteY38" fmla="*/ 4297243 h 5443174"/>
              <a:gd name="connsiteX39" fmla="*/ 2864828 w 6875588"/>
              <a:gd name="connsiteY39" fmla="*/ 4870208 h 5443174"/>
              <a:gd name="connsiteX40" fmla="*/ 4010760 w 6875588"/>
              <a:gd name="connsiteY40" fmla="*/ 4870208 h 5443174"/>
              <a:gd name="connsiteX41" fmla="*/ 4010760 w 6875588"/>
              <a:gd name="connsiteY41" fmla="*/ 5443174 h 5443174"/>
              <a:gd name="connsiteX42" fmla="*/ 1718897 w 6875588"/>
              <a:gd name="connsiteY42" fmla="*/ 5443174 h 5443174"/>
              <a:gd name="connsiteX0" fmla="*/ 1145931 w 6875588"/>
              <a:gd name="connsiteY0" fmla="*/ 0 h 5443174"/>
              <a:gd name="connsiteX1" fmla="*/ 1145931 w 6875588"/>
              <a:gd name="connsiteY1" fmla="*/ 286483 h 5443174"/>
              <a:gd name="connsiteX2" fmla="*/ 0 w 6875588"/>
              <a:gd name="connsiteY2" fmla="*/ 286483 h 5443174"/>
              <a:gd name="connsiteX3" fmla="*/ 0 w 6875588"/>
              <a:gd name="connsiteY3" fmla="*/ 2005380 h 5443174"/>
              <a:gd name="connsiteX4" fmla="*/ 1145931 w 6875588"/>
              <a:gd name="connsiteY4" fmla="*/ 2005380 h 5443174"/>
              <a:gd name="connsiteX5" fmla="*/ 1145931 w 6875588"/>
              <a:gd name="connsiteY5" fmla="*/ 2578346 h 5443174"/>
              <a:gd name="connsiteX6" fmla="*/ 1718897 w 6875588"/>
              <a:gd name="connsiteY6" fmla="*/ 2578346 h 5443174"/>
              <a:gd name="connsiteX7" fmla="*/ 1718897 w 6875588"/>
              <a:gd name="connsiteY7" fmla="*/ 1432414 h 5443174"/>
              <a:gd name="connsiteX8" fmla="*/ 2291863 w 6875588"/>
              <a:gd name="connsiteY8" fmla="*/ 1432414 h 5443174"/>
              <a:gd name="connsiteX9" fmla="*/ 2291863 w 6875588"/>
              <a:gd name="connsiteY9" fmla="*/ 286483 h 5443174"/>
              <a:gd name="connsiteX10" fmla="*/ 2864828 w 6875588"/>
              <a:gd name="connsiteY10" fmla="*/ 286483 h 5443174"/>
              <a:gd name="connsiteX11" fmla="*/ 2864828 w 6875588"/>
              <a:gd name="connsiteY11" fmla="*/ 859449 h 5443174"/>
              <a:gd name="connsiteX12" fmla="*/ 3437794 w 6875588"/>
              <a:gd name="connsiteY12" fmla="*/ 859449 h 5443174"/>
              <a:gd name="connsiteX13" fmla="*/ 3437794 w 6875588"/>
              <a:gd name="connsiteY13" fmla="*/ 286483 h 5443174"/>
              <a:gd name="connsiteX14" fmla="*/ 5156691 w 6875588"/>
              <a:gd name="connsiteY14" fmla="*/ 286483 h 5443174"/>
              <a:gd name="connsiteX15" fmla="*/ 5156691 w 6875588"/>
              <a:gd name="connsiteY15" fmla="*/ 1432414 h 5443174"/>
              <a:gd name="connsiteX16" fmla="*/ 5729657 w 6875588"/>
              <a:gd name="connsiteY16" fmla="*/ 1432414 h 5443174"/>
              <a:gd name="connsiteX17" fmla="*/ 5729657 w 6875588"/>
              <a:gd name="connsiteY17" fmla="*/ 859449 h 5443174"/>
              <a:gd name="connsiteX18" fmla="*/ 6302622 w 6875588"/>
              <a:gd name="connsiteY18" fmla="*/ 859449 h 5443174"/>
              <a:gd name="connsiteX19" fmla="*/ 6302622 w 6875588"/>
              <a:gd name="connsiteY19" fmla="*/ 286483 h 5443174"/>
              <a:gd name="connsiteX20" fmla="*/ 6875588 w 6875588"/>
              <a:gd name="connsiteY20" fmla="*/ 286483 h 5443174"/>
              <a:gd name="connsiteX21" fmla="*/ 6875588 w 6875588"/>
              <a:gd name="connsiteY21" fmla="*/ 2005380 h 5443174"/>
              <a:gd name="connsiteX22" fmla="*/ 5156691 w 6875588"/>
              <a:gd name="connsiteY22" fmla="*/ 2005380 h 5443174"/>
              <a:gd name="connsiteX23" fmla="*/ 5156691 w 6875588"/>
              <a:gd name="connsiteY23" fmla="*/ 2578346 h 5443174"/>
              <a:gd name="connsiteX24" fmla="*/ 4583725 w 6875588"/>
              <a:gd name="connsiteY24" fmla="*/ 2578346 h 5443174"/>
              <a:gd name="connsiteX25" fmla="*/ 4583725 w 6875588"/>
              <a:gd name="connsiteY25" fmla="*/ 3151311 h 5443174"/>
              <a:gd name="connsiteX26" fmla="*/ 4010760 w 6875588"/>
              <a:gd name="connsiteY26" fmla="*/ 3151311 h 5443174"/>
              <a:gd name="connsiteX27" fmla="*/ 4010760 w 6875588"/>
              <a:gd name="connsiteY27" fmla="*/ 3724277 h 5443174"/>
              <a:gd name="connsiteX28" fmla="*/ 5156691 w 6875588"/>
              <a:gd name="connsiteY28" fmla="*/ 3724277 h 5443174"/>
              <a:gd name="connsiteX29" fmla="*/ 5156691 w 6875588"/>
              <a:gd name="connsiteY29" fmla="*/ 3151311 h 5443174"/>
              <a:gd name="connsiteX30" fmla="*/ 5729657 w 6875588"/>
              <a:gd name="connsiteY30" fmla="*/ 3151311 h 5443174"/>
              <a:gd name="connsiteX31" fmla="*/ 5729657 w 6875588"/>
              <a:gd name="connsiteY31" fmla="*/ 2578346 h 5443174"/>
              <a:gd name="connsiteX32" fmla="*/ 6875588 w 6875588"/>
              <a:gd name="connsiteY32" fmla="*/ 2578346 h 5443174"/>
              <a:gd name="connsiteX33" fmla="*/ 6875588 w 6875588"/>
              <a:gd name="connsiteY33" fmla="*/ 3724277 h 5443174"/>
              <a:gd name="connsiteX34" fmla="*/ 5729657 w 6875588"/>
              <a:gd name="connsiteY34" fmla="*/ 3724277 h 5443174"/>
              <a:gd name="connsiteX35" fmla="*/ 5729657 w 6875588"/>
              <a:gd name="connsiteY35" fmla="*/ 4870208 h 5443174"/>
              <a:gd name="connsiteX36" fmla="*/ 5156691 w 6875588"/>
              <a:gd name="connsiteY36" fmla="*/ 4870208 h 5443174"/>
              <a:gd name="connsiteX37" fmla="*/ 5156691 w 6875588"/>
              <a:gd name="connsiteY37" fmla="*/ 4297243 h 5443174"/>
              <a:gd name="connsiteX38" fmla="*/ 2864828 w 6875588"/>
              <a:gd name="connsiteY38" fmla="*/ 4297243 h 5443174"/>
              <a:gd name="connsiteX39" fmla="*/ 2864828 w 6875588"/>
              <a:gd name="connsiteY39" fmla="*/ 4870208 h 5443174"/>
              <a:gd name="connsiteX40" fmla="*/ 4010760 w 6875588"/>
              <a:gd name="connsiteY40" fmla="*/ 4870208 h 5443174"/>
              <a:gd name="connsiteX41" fmla="*/ 4010760 w 6875588"/>
              <a:gd name="connsiteY41" fmla="*/ 5443174 h 5443174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38" fmla="*/ 2864828 w 6875588"/>
              <a:gd name="connsiteY38" fmla="*/ 4297243 h 4870208"/>
              <a:gd name="connsiteX39" fmla="*/ 2864828 w 6875588"/>
              <a:gd name="connsiteY39" fmla="*/ 4870208 h 4870208"/>
              <a:gd name="connsiteX40" fmla="*/ 4010760 w 6875588"/>
              <a:gd name="connsiteY40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38" fmla="*/ 2864828 w 6875588"/>
              <a:gd name="connsiteY38" fmla="*/ 4297243 h 4870208"/>
              <a:gd name="connsiteX39" fmla="*/ 2864828 w 6875588"/>
              <a:gd name="connsiteY39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38" fmla="*/ 2864828 w 6875588"/>
              <a:gd name="connsiteY38" fmla="*/ 4297243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729657 w 6875588"/>
              <a:gd name="connsiteY15" fmla="*/ 1432414 h 4870208"/>
              <a:gd name="connsiteX16" fmla="*/ 5729657 w 6875588"/>
              <a:gd name="connsiteY16" fmla="*/ 859449 h 4870208"/>
              <a:gd name="connsiteX17" fmla="*/ 6302622 w 6875588"/>
              <a:gd name="connsiteY17" fmla="*/ 859449 h 4870208"/>
              <a:gd name="connsiteX18" fmla="*/ 6302622 w 6875588"/>
              <a:gd name="connsiteY18" fmla="*/ 286483 h 4870208"/>
              <a:gd name="connsiteX19" fmla="*/ 6875588 w 6875588"/>
              <a:gd name="connsiteY19" fmla="*/ 286483 h 4870208"/>
              <a:gd name="connsiteX20" fmla="*/ 6875588 w 6875588"/>
              <a:gd name="connsiteY20" fmla="*/ 2005380 h 4870208"/>
              <a:gd name="connsiteX21" fmla="*/ 5156691 w 6875588"/>
              <a:gd name="connsiteY21" fmla="*/ 2005380 h 4870208"/>
              <a:gd name="connsiteX22" fmla="*/ 5156691 w 6875588"/>
              <a:gd name="connsiteY22" fmla="*/ 2578346 h 4870208"/>
              <a:gd name="connsiteX23" fmla="*/ 4583725 w 6875588"/>
              <a:gd name="connsiteY23" fmla="*/ 2578346 h 4870208"/>
              <a:gd name="connsiteX24" fmla="*/ 4583725 w 6875588"/>
              <a:gd name="connsiteY24" fmla="*/ 3151311 h 4870208"/>
              <a:gd name="connsiteX25" fmla="*/ 4010760 w 6875588"/>
              <a:gd name="connsiteY25" fmla="*/ 3151311 h 4870208"/>
              <a:gd name="connsiteX26" fmla="*/ 4010760 w 6875588"/>
              <a:gd name="connsiteY26" fmla="*/ 3724277 h 4870208"/>
              <a:gd name="connsiteX27" fmla="*/ 5156691 w 6875588"/>
              <a:gd name="connsiteY27" fmla="*/ 3724277 h 4870208"/>
              <a:gd name="connsiteX28" fmla="*/ 5156691 w 6875588"/>
              <a:gd name="connsiteY28" fmla="*/ 3151311 h 4870208"/>
              <a:gd name="connsiteX29" fmla="*/ 5729657 w 6875588"/>
              <a:gd name="connsiteY29" fmla="*/ 3151311 h 4870208"/>
              <a:gd name="connsiteX30" fmla="*/ 5729657 w 6875588"/>
              <a:gd name="connsiteY30" fmla="*/ 2578346 h 4870208"/>
              <a:gd name="connsiteX31" fmla="*/ 6875588 w 6875588"/>
              <a:gd name="connsiteY31" fmla="*/ 2578346 h 4870208"/>
              <a:gd name="connsiteX32" fmla="*/ 6875588 w 6875588"/>
              <a:gd name="connsiteY32" fmla="*/ 3724277 h 4870208"/>
              <a:gd name="connsiteX33" fmla="*/ 5729657 w 6875588"/>
              <a:gd name="connsiteY33" fmla="*/ 3724277 h 4870208"/>
              <a:gd name="connsiteX34" fmla="*/ 5729657 w 6875588"/>
              <a:gd name="connsiteY34" fmla="*/ 4870208 h 4870208"/>
              <a:gd name="connsiteX35" fmla="*/ 5156691 w 6875588"/>
              <a:gd name="connsiteY35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729657 w 6875588"/>
              <a:gd name="connsiteY15" fmla="*/ 859449 h 4870208"/>
              <a:gd name="connsiteX16" fmla="*/ 6302622 w 6875588"/>
              <a:gd name="connsiteY16" fmla="*/ 859449 h 4870208"/>
              <a:gd name="connsiteX17" fmla="*/ 6302622 w 6875588"/>
              <a:gd name="connsiteY17" fmla="*/ 286483 h 4870208"/>
              <a:gd name="connsiteX18" fmla="*/ 6875588 w 6875588"/>
              <a:gd name="connsiteY18" fmla="*/ 286483 h 4870208"/>
              <a:gd name="connsiteX19" fmla="*/ 6875588 w 6875588"/>
              <a:gd name="connsiteY19" fmla="*/ 2005380 h 4870208"/>
              <a:gd name="connsiteX20" fmla="*/ 5156691 w 6875588"/>
              <a:gd name="connsiteY20" fmla="*/ 2005380 h 4870208"/>
              <a:gd name="connsiteX21" fmla="*/ 5156691 w 6875588"/>
              <a:gd name="connsiteY21" fmla="*/ 2578346 h 4870208"/>
              <a:gd name="connsiteX22" fmla="*/ 4583725 w 6875588"/>
              <a:gd name="connsiteY22" fmla="*/ 2578346 h 4870208"/>
              <a:gd name="connsiteX23" fmla="*/ 4583725 w 6875588"/>
              <a:gd name="connsiteY23" fmla="*/ 3151311 h 4870208"/>
              <a:gd name="connsiteX24" fmla="*/ 4010760 w 6875588"/>
              <a:gd name="connsiteY24" fmla="*/ 3151311 h 4870208"/>
              <a:gd name="connsiteX25" fmla="*/ 4010760 w 6875588"/>
              <a:gd name="connsiteY25" fmla="*/ 3724277 h 4870208"/>
              <a:gd name="connsiteX26" fmla="*/ 5156691 w 6875588"/>
              <a:gd name="connsiteY26" fmla="*/ 3724277 h 4870208"/>
              <a:gd name="connsiteX27" fmla="*/ 5156691 w 6875588"/>
              <a:gd name="connsiteY27" fmla="*/ 3151311 h 4870208"/>
              <a:gd name="connsiteX28" fmla="*/ 5729657 w 6875588"/>
              <a:gd name="connsiteY28" fmla="*/ 3151311 h 4870208"/>
              <a:gd name="connsiteX29" fmla="*/ 5729657 w 6875588"/>
              <a:gd name="connsiteY29" fmla="*/ 2578346 h 4870208"/>
              <a:gd name="connsiteX30" fmla="*/ 6875588 w 6875588"/>
              <a:gd name="connsiteY30" fmla="*/ 2578346 h 4870208"/>
              <a:gd name="connsiteX31" fmla="*/ 6875588 w 6875588"/>
              <a:gd name="connsiteY31" fmla="*/ 3724277 h 4870208"/>
              <a:gd name="connsiteX32" fmla="*/ 5729657 w 6875588"/>
              <a:gd name="connsiteY32" fmla="*/ 3724277 h 4870208"/>
              <a:gd name="connsiteX33" fmla="*/ 5729657 w 6875588"/>
              <a:gd name="connsiteY33" fmla="*/ 4870208 h 4870208"/>
              <a:gd name="connsiteX34" fmla="*/ 5156691 w 6875588"/>
              <a:gd name="connsiteY34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6302622 w 6875588"/>
              <a:gd name="connsiteY15" fmla="*/ 859449 h 4870208"/>
              <a:gd name="connsiteX16" fmla="*/ 6302622 w 6875588"/>
              <a:gd name="connsiteY16" fmla="*/ 286483 h 4870208"/>
              <a:gd name="connsiteX17" fmla="*/ 6875588 w 6875588"/>
              <a:gd name="connsiteY17" fmla="*/ 286483 h 4870208"/>
              <a:gd name="connsiteX18" fmla="*/ 6875588 w 6875588"/>
              <a:gd name="connsiteY18" fmla="*/ 2005380 h 4870208"/>
              <a:gd name="connsiteX19" fmla="*/ 5156691 w 6875588"/>
              <a:gd name="connsiteY19" fmla="*/ 2005380 h 4870208"/>
              <a:gd name="connsiteX20" fmla="*/ 5156691 w 6875588"/>
              <a:gd name="connsiteY20" fmla="*/ 2578346 h 4870208"/>
              <a:gd name="connsiteX21" fmla="*/ 4583725 w 6875588"/>
              <a:gd name="connsiteY21" fmla="*/ 2578346 h 4870208"/>
              <a:gd name="connsiteX22" fmla="*/ 4583725 w 6875588"/>
              <a:gd name="connsiteY22" fmla="*/ 3151311 h 4870208"/>
              <a:gd name="connsiteX23" fmla="*/ 4010760 w 6875588"/>
              <a:gd name="connsiteY23" fmla="*/ 3151311 h 4870208"/>
              <a:gd name="connsiteX24" fmla="*/ 4010760 w 6875588"/>
              <a:gd name="connsiteY24" fmla="*/ 3724277 h 4870208"/>
              <a:gd name="connsiteX25" fmla="*/ 5156691 w 6875588"/>
              <a:gd name="connsiteY25" fmla="*/ 3724277 h 4870208"/>
              <a:gd name="connsiteX26" fmla="*/ 5156691 w 6875588"/>
              <a:gd name="connsiteY26" fmla="*/ 3151311 h 4870208"/>
              <a:gd name="connsiteX27" fmla="*/ 5729657 w 6875588"/>
              <a:gd name="connsiteY27" fmla="*/ 3151311 h 4870208"/>
              <a:gd name="connsiteX28" fmla="*/ 5729657 w 6875588"/>
              <a:gd name="connsiteY28" fmla="*/ 2578346 h 4870208"/>
              <a:gd name="connsiteX29" fmla="*/ 6875588 w 6875588"/>
              <a:gd name="connsiteY29" fmla="*/ 2578346 h 4870208"/>
              <a:gd name="connsiteX30" fmla="*/ 6875588 w 6875588"/>
              <a:gd name="connsiteY30" fmla="*/ 3724277 h 4870208"/>
              <a:gd name="connsiteX31" fmla="*/ 5729657 w 6875588"/>
              <a:gd name="connsiteY31" fmla="*/ 3724277 h 4870208"/>
              <a:gd name="connsiteX32" fmla="*/ 5729657 w 6875588"/>
              <a:gd name="connsiteY32" fmla="*/ 4870208 h 4870208"/>
              <a:gd name="connsiteX33" fmla="*/ 5156691 w 6875588"/>
              <a:gd name="connsiteY33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6302622 w 6875588"/>
              <a:gd name="connsiteY15" fmla="*/ 286483 h 4870208"/>
              <a:gd name="connsiteX16" fmla="*/ 6875588 w 6875588"/>
              <a:gd name="connsiteY16" fmla="*/ 286483 h 4870208"/>
              <a:gd name="connsiteX17" fmla="*/ 6875588 w 6875588"/>
              <a:gd name="connsiteY17" fmla="*/ 2005380 h 4870208"/>
              <a:gd name="connsiteX18" fmla="*/ 5156691 w 6875588"/>
              <a:gd name="connsiteY18" fmla="*/ 2005380 h 4870208"/>
              <a:gd name="connsiteX19" fmla="*/ 5156691 w 6875588"/>
              <a:gd name="connsiteY19" fmla="*/ 2578346 h 4870208"/>
              <a:gd name="connsiteX20" fmla="*/ 4583725 w 6875588"/>
              <a:gd name="connsiteY20" fmla="*/ 2578346 h 4870208"/>
              <a:gd name="connsiteX21" fmla="*/ 4583725 w 6875588"/>
              <a:gd name="connsiteY21" fmla="*/ 3151311 h 4870208"/>
              <a:gd name="connsiteX22" fmla="*/ 4010760 w 6875588"/>
              <a:gd name="connsiteY22" fmla="*/ 3151311 h 4870208"/>
              <a:gd name="connsiteX23" fmla="*/ 4010760 w 6875588"/>
              <a:gd name="connsiteY23" fmla="*/ 3724277 h 4870208"/>
              <a:gd name="connsiteX24" fmla="*/ 5156691 w 6875588"/>
              <a:gd name="connsiteY24" fmla="*/ 3724277 h 4870208"/>
              <a:gd name="connsiteX25" fmla="*/ 5156691 w 6875588"/>
              <a:gd name="connsiteY25" fmla="*/ 3151311 h 4870208"/>
              <a:gd name="connsiteX26" fmla="*/ 5729657 w 6875588"/>
              <a:gd name="connsiteY26" fmla="*/ 3151311 h 4870208"/>
              <a:gd name="connsiteX27" fmla="*/ 5729657 w 6875588"/>
              <a:gd name="connsiteY27" fmla="*/ 2578346 h 4870208"/>
              <a:gd name="connsiteX28" fmla="*/ 6875588 w 6875588"/>
              <a:gd name="connsiteY28" fmla="*/ 2578346 h 4870208"/>
              <a:gd name="connsiteX29" fmla="*/ 6875588 w 6875588"/>
              <a:gd name="connsiteY29" fmla="*/ 3724277 h 4870208"/>
              <a:gd name="connsiteX30" fmla="*/ 5729657 w 6875588"/>
              <a:gd name="connsiteY30" fmla="*/ 3724277 h 4870208"/>
              <a:gd name="connsiteX31" fmla="*/ 5729657 w 6875588"/>
              <a:gd name="connsiteY31" fmla="*/ 4870208 h 4870208"/>
              <a:gd name="connsiteX32" fmla="*/ 5156691 w 6875588"/>
              <a:gd name="connsiteY32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6875588 w 6875588"/>
              <a:gd name="connsiteY15" fmla="*/ 286483 h 4870208"/>
              <a:gd name="connsiteX16" fmla="*/ 6875588 w 6875588"/>
              <a:gd name="connsiteY16" fmla="*/ 2005380 h 4870208"/>
              <a:gd name="connsiteX17" fmla="*/ 5156691 w 6875588"/>
              <a:gd name="connsiteY17" fmla="*/ 2005380 h 4870208"/>
              <a:gd name="connsiteX18" fmla="*/ 5156691 w 6875588"/>
              <a:gd name="connsiteY18" fmla="*/ 2578346 h 4870208"/>
              <a:gd name="connsiteX19" fmla="*/ 4583725 w 6875588"/>
              <a:gd name="connsiteY19" fmla="*/ 2578346 h 4870208"/>
              <a:gd name="connsiteX20" fmla="*/ 4583725 w 6875588"/>
              <a:gd name="connsiteY20" fmla="*/ 3151311 h 4870208"/>
              <a:gd name="connsiteX21" fmla="*/ 4010760 w 6875588"/>
              <a:gd name="connsiteY21" fmla="*/ 3151311 h 4870208"/>
              <a:gd name="connsiteX22" fmla="*/ 4010760 w 6875588"/>
              <a:gd name="connsiteY22" fmla="*/ 3724277 h 4870208"/>
              <a:gd name="connsiteX23" fmla="*/ 5156691 w 6875588"/>
              <a:gd name="connsiteY23" fmla="*/ 3724277 h 4870208"/>
              <a:gd name="connsiteX24" fmla="*/ 5156691 w 6875588"/>
              <a:gd name="connsiteY24" fmla="*/ 3151311 h 4870208"/>
              <a:gd name="connsiteX25" fmla="*/ 5729657 w 6875588"/>
              <a:gd name="connsiteY25" fmla="*/ 3151311 h 4870208"/>
              <a:gd name="connsiteX26" fmla="*/ 5729657 w 6875588"/>
              <a:gd name="connsiteY26" fmla="*/ 2578346 h 4870208"/>
              <a:gd name="connsiteX27" fmla="*/ 6875588 w 6875588"/>
              <a:gd name="connsiteY27" fmla="*/ 2578346 h 4870208"/>
              <a:gd name="connsiteX28" fmla="*/ 6875588 w 6875588"/>
              <a:gd name="connsiteY28" fmla="*/ 3724277 h 4870208"/>
              <a:gd name="connsiteX29" fmla="*/ 5729657 w 6875588"/>
              <a:gd name="connsiteY29" fmla="*/ 3724277 h 4870208"/>
              <a:gd name="connsiteX30" fmla="*/ 5729657 w 6875588"/>
              <a:gd name="connsiteY30" fmla="*/ 4870208 h 4870208"/>
              <a:gd name="connsiteX31" fmla="*/ 5156691 w 6875588"/>
              <a:gd name="connsiteY31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6875588 w 6875588"/>
              <a:gd name="connsiteY15" fmla="*/ 2005380 h 4870208"/>
              <a:gd name="connsiteX16" fmla="*/ 5156691 w 6875588"/>
              <a:gd name="connsiteY16" fmla="*/ 2005380 h 4870208"/>
              <a:gd name="connsiteX17" fmla="*/ 5156691 w 6875588"/>
              <a:gd name="connsiteY17" fmla="*/ 2578346 h 4870208"/>
              <a:gd name="connsiteX18" fmla="*/ 4583725 w 6875588"/>
              <a:gd name="connsiteY18" fmla="*/ 2578346 h 4870208"/>
              <a:gd name="connsiteX19" fmla="*/ 4583725 w 6875588"/>
              <a:gd name="connsiteY19" fmla="*/ 3151311 h 4870208"/>
              <a:gd name="connsiteX20" fmla="*/ 4010760 w 6875588"/>
              <a:gd name="connsiteY20" fmla="*/ 3151311 h 4870208"/>
              <a:gd name="connsiteX21" fmla="*/ 4010760 w 6875588"/>
              <a:gd name="connsiteY21" fmla="*/ 3724277 h 4870208"/>
              <a:gd name="connsiteX22" fmla="*/ 5156691 w 6875588"/>
              <a:gd name="connsiteY22" fmla="*/ 3724277 h 4870208"/>
              <a:gd name="connsiteX23" fmla="*/ 5156691 w 6875588"/>
              <a:gd name="connsiteY23" fmla="*/ 3151311 h 4870208"/>
              <a:gd name="connsiteX24" fmla="*/ 5729657 w 6875588"/>
              <a:gd name="connsiteY24" fmla="*/ 3151311 h 4870208"/>
              <a:gd name="connsiteX25" fmla="*/ 5729657 w 6875588"/>
              <a:gd name="connsiteY25" fmla="*/ 2578346 h 4870208"/>
              <a:gd name="connsiteX26" fmla="*/ 6875588 w 6875588"/>
              <a:gd name="connsiteY26" fmla="*/ 2578346 h 4870208"/>
              <a:gd name="connsiteX27" fmla="*/ 6875588 w 6875588"/>
              <a:gd name="connsiteY27" fmla="*/ 3724277 h 4870208"/>
              <a:gd name="connsiteX28" fmla="*/ 5729657 w 6875588"/>
              <a:gd name="connsiteY28" fmla="*/ 3724277 h 4870208"/>
              <a:gd name="connsiteX29" fmla="*/ 5729657 w 6875588"/>
              <a:gd name="connsiteY29" fmla="*/ 4870208 h 4870208"/>
              <a:gd name="connsiteX30" fmla="*/ 5156691 w 6875588"/>
              <a:gd name="connsiteY30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2005380 h 4870208"/>
              <a:gd name="connsiteX16" fmla="*/ 5156691 w 6875588"/>
              <a:gd name="connsiteY16" fmla="*/ 2578346 h 4870208"/>
              <a:gd name="connsiteX17" fmla="*/ 4583725 w 6875588"/>
              <a:gd name="connsiteY17" fmla="*/ 2578346 h 4870208"/>
              <a:gd name="connsiteX18" fmla="*/ 4583725 w 6875588"/>
              <a:gd name="connsiteY18" fmla="*/ 3151311 h 4870208"/>
              <a:gd name="connsiteX19" fmla="*/ 4010760 w 6875588"/>
              <a:gd name="connsiteY19" fmla="*/ 3151311 h 4870208"/>
              <a:gd name="connsiteX20" fmla="*/ 4010760 w 6875588"/>
              <a:gd name="connsiteY20" fmla="*/ 3724277 h 4870208"/>
              <a:gd name="connsiteX21" fmla="*/ 5156691 w 6875588"/>
              <a:gd name="connsiteY21" fmla="*/ 3724277 h 4870208"/>
              <a:gd name="connsiteX22" fmla="*/ 5156691 w 6875588"/>
              <a:gd name="connsiteY22" fmla="*/ 3151311 h 4870208"/>
              <a:gd name="connsiteX23" fmla="*/ 5729657 w 6875588"/>
              <a:gd name="connsiteY23" fmla="*/ 3151311 h 4870208"/>
              <a:gd name="connsiteX24" fmla="*/ 5729657 w 6875588"/>
              <a:gd name="connsiteY24" fmla="*/ 2578346 h 4870208"/>
              <a:gd name="connsiteX25" fmla="*/ 6875588 w 6875588"/>
              <a:gd name="connsiteY25" fmla="*/ 2578346 h 4870208"/>
              <a:gd name="connsiteX26" fmla="*/ 6875588 w 6875588"/>
              <a:gd name="connsiteY26" fmla="*/ 3724277 h 4870208"/>
              <a:gd name="connsiteX27" fmla="*/ 5729657 w 6875588"/>
              <a:gd name="connsiteY27" fmla="*/ 3724277 h 4870208"/>
              <a:gd name="connsiteX28" fmla="*/ 5729657 w 6875588"/>
              <a:gd name="connsiteY28" fmla="*/ 4870208 h 4870208"/>
              <a:gd name="connsiteX29" fmla="*/ 5156691 w 6875588"/>
              <a:gd name="connsiteY29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2578346 h 4870208"/>
              <a:gd name="connsiteX16" fmla="*/ 4583725 w 6875588"/>
              <a:gd name="connsiteY16" fmla="*/ 2578346 h 4870208"/>
              <a:gd name="connsiteX17" fmla="*/ 4583725 w 6875588"/>
              <a:gd name="connsiteY17" fmla="*/ 3151311 h 4870208"/>
              <a:gd name="connsiteX18" fmla="*/ 4010760 w 6875588"/>
              <a:gd name="connsiteY18" fmla="*/ 3151311 h 4870208"/>
              <a:gd name="connsiteX19" fmla="*/ 4010760 w 6875588"/>
              <a:gd name="connsiteY19" fmla="*/ 3724277 h 4870208"/>
              <a:gd name="connsiteX20" fmla="*/ 5156691 w 6875588"/>
              <a:gd name="connsiteY20" fmla="*/ 3724277 h 4870208"/>
              <a:gd name="connsiteX21" fmla="*/ 5156691 w 6875588"/>
              <a:gd name="connsiteY21" fmla="*/ 3151311 h 4870208"/>
              <a:gd name="connsiteX22" fmla="*/ 5729657 w 6875588"/>
              <a:gd name="connsiteY22" fmla="*/ 3151311 h 4870208"/>
              <a:gd name="connsiteX23" fmla="*/ 5729657 w 6875588"/>
              <a:gd name="connsiteY23" fmla="*/ 2578346 h 4870208"/>
              <a:gd name="connsiteX24" fmla="*/ 6875588 w 6875588"/>
              <a:gd name="connsiteY24" fmla="*/ 2578346 h 4870208"/>
              <a:gd name="connsiteX25" fmla="*/ 6875588 w 6875588"/>
              <a:gd name="connsiteY25" fmla="*/ 3724277 h 4870208"/>
              <a:gd name="connsiteX26" fmla="*/ 5729657 w 6875588"/>
              <a:gd name="connsiteY26" fmla="*/ 3724277 h 4870208"/>
              <a:gd name="connsiteX27" fmla="*/ 5729657 w 6875588"/>
              <a:gd name="connsiteY27" fmla="*/ 4870208 h 4870208"/>
              <a:gd name="connsiteX28" fmla="*/ 5156691 w 6875588"/>
              <a:gd name="connsiteY28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4583725 w 6875588"/>
              <a:gd name="connsiteY15" fmla="*/ 2578346 h 4870208"/>
              <a:gd name="connsiteX16" fmla="*/ 4583725 w 6875588"/>
              <a:gd name="connsiteY16" fmla="*/ 3151311 h 4870208"/>
              <a:gd name="connsiteX17" fmla="*/ 4010760 w 6875588"/>
              <a:gd name="connsiteY17" fmla="*/ 3151311 h 4870208"/>
              <a:gd name="connsiteX18" fmla="*/ 4010760 w 6875588"/>
              <a:gd name="connsiteY18" fmla="*/ 3724277 h 4870208"/>
              <a:gd name="connsiteX19" fmla="*/ 5156691 w 6875588"/>
              <a:gd name="connsiteY19" fmla="*/ 3724277 h 4870208"/>
              <a:gd name="connsiteX20" fmla="*/ 5156691 w 6875588"/>
              <a:gd name="connsiteY20" fmla="*/ 3151311 h 4870208"/>
              <a:gd name="connsiteX21" fmla="*/ 5729657 w 6875588"/>
              <a:gd name="connsiteY21" fmla="*/ 3151311 h 4870208"/>
              <a:gd name="connsiteX22" fmla="*/ 5729657 w 6875588"/>
              <a:gd name="connsiteY22" fmla="*/ 2578346 h 4870208"/>
              <a:gd name="connsiteX23" fmla="*/ 6875588 w 6875588"/>
              <a:gd name="connsiteY23" fmla="*/ 2578346 h 4870208"/>
              <a:gd name="connsiteX24" fmla="*/ 6875588 w 6875588"/>
              <a:gd name="connsiteY24" fmla="*/ 3724277 h 4870208"/>
              <a:gd name="connsiteX25" fmla="*/ 5729657 w 6875588"/>
              <a:gd name="connsiteY25" fmla="*/ 3724277 h 4870208"/>
              <a:gd name="connsiteX26" fmla="*/ 5729657 w 6875588"/>
              <a:gd name="connsiteY26" fmla="*/ 4870208 h 4870208"/>
              <a:gd name="connsiteX27" fmla="*/ 5156691 w 6875588"/>
              <a:gd name="connsiteY27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4583725 w 6875588"/>
              <a:gd name="connsiteY15" fmla="*/ 3151311 h 4870208"/>
              <a:gd name="connsiteX16" fmla="*/ 4010760 w 6875588"/>
              <a:gd name="connsiteY16" fmla="*/ 3151311 h 4870208"/>
              <a:gd name="connsiteX17" fmla="*/ 4010760 w 6875588"/>
              <a:gd name="connsiteY17" fmla="*/ 3724277 h 4870208"/>
              <a:gd name="connsiteX18" fmla="*/ 5156691 w 6875588"/>
              <a:gd name="connsiteY18" fmla="*/ 3724277 h 4870208"/>
              <a:gd name="connsiteX19" fmla="*/ 5156691 w 6875588"/>
              <a:gd name="connsiteY19" fmla="*/ 3151311 h 4870208"/>
              <a:gd name="connsiteX20" fmla="*/ 5729657 w 6875588"/>
              <a:gd name="connsiteY20" fmla="*/ 3151311 h 4870208"/>
              <a:gd name="connsiteX21" fmla="*/ 5729657 w 6875588"/>
              <a:gd name="connsiteY21" fmla="*/ 2578346 h 4870208"/>
              <a:gd name="connsiteX22" fmla="*/ 6875588 w 6875588"/>
              <a:gd name="connsiteY22" fmla="*/ 2578346 h 4870208"/>
              <a:gd name="connsiteX23" fmla="*/ 6875588 w 6875588"/>
              <a:gd name="connsiteY23" fmla="*/ 3724277 h 4870208"/>
              <a:gd name="connsiteX24" fmla="*/ 5729657 w 6875588"/>
              <a:gd name="connsiteY24" fmla="*/ 3724277 h 4870208"/>
              <a:gd name="connsiteX25" fmla="*/ 5729657 w 6875588"/>
              <a:gd name="connsiteY25" fmla="*/ 4870208 h 4870208"/>
              <a:gd name="connsiteX26" fmla="*/ 5156691 w 6875588"/>
              <a:gd name="connsiteY26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4010760 w 6875588"/>
              <a:gd name="connsiteY15" fmla="*/ 3151311 h 4870208"/>
              <a:gd name="connsiteX16" fmla="*/ 4010760 w 6875588"/>
              <a:gd name="connsiteY16" fmla="*/ 3724277 h 4870208"/>
              <a:gd name="connsiteX17" fmla="*/ 5156691 w 6875588"/>
              <a:gd name="connsiteY17" fmla="*/ 3724277 h 4870208"/>
              <a:gd name="connsiteX18" fmla="*/ 5156691 w 6875588"/>
              <a:gd name="connsiteY18" fmla="*/ 3151311 h 4870208"/>
              <a:gd name="connsiteX19" fmla="*/ 5729657 w 6875588"/>
              <a:gd name="connsiteY19" fmla="*/ 3151311 h 4870208"/>
              <a:gd name="connsiteX20" fmla="*/ 5729657 w 6875588"/>
              <a:gd name="connsiteY20" fmla="*/ 2578346 h 4870208"/>
              <a:gd name="connsiteX21" fmla="*/ 6875588 w 6875588"/>
              <a:gd name="connsiteY21" fmla="*/ 2578346 h 4870208"/>
              <a:gd name="connsiteX22" fmla="*/ 6875588 w 6875588"/>
              <a:gd name="connsiteY22" fmla="*/ 3724277 h 4870208"/>
              <a:gd name="connsiteX23" fmla="*/ 5729657 w 6875588"/>
              <a:gd name="connsiteY23" fmla="*/ 3724277 h 4870208"/>
              <a:gd name="connsiteX24" fmla="*/ 5729657 w 6875588"/>
              <a:gd name="connsiteY24" fmla="*/ 4870208 h 4870208"/>
              <a:gd name="connsiteX25" fmla="*/ 5156691 w 6875588"/>
              <a:gd name="connsiteY25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4010760 w 6875588"/>
              <a:gd name="connsiteY15" fmla="*/ 3724277 h 4870208"/>
              <a:gd name="connsiteX16" fmla="*/ 5156691 w 6875588"/>
              <a:gd name="connsiteY16" fmla="*/ 3724277 h 4870208"/>
              <a:gd name="connsiteX17" fmla="*/ 5156691 w 6875588"/>
              <a:gd name="connsiteY17" fmla="*/ 3151311 h 4870208"/>
              <a:gd name="connsiteX18" fmla="*/ 5729657 w 6875588"/>
              <a:gd name="connsiteY18" fmla="*/ 3151311 h 4870208"/>
              <a:gd name="connsiteX19" fmla="*/ 5729657 w 6875588"/>
              <a:gd name="connsiteY19" fmla="*/ 2578346 h 4870208"/>
              <a:gd name="connsiteX20" fmla="*/ 6875588 w 6875588"/>
              <a:gd name="connsiteY20" fmla="*/ 2578346 h 4870208"/>
              <a:gd name="connsiteX21" fmla="*/ 6875588 w 6875588"/>
              <a:gd name="connsiteY21" fmla="*/ 3724277 h 4870208"/>
              <a:gd name="connsiteX22" fmla="*/ 5729657 w 6875588"/>
              <a:gd name="connsiteY22" fmla="*/ 3724277 h 4870208"/>
              <a:gd name="connsiteX23" fmla="*/ 5729657 w 6875588"/>
              <a:gd name="connsiteY23" fmla="*/ 4870208 h 4870208"/>
              <a:gd name="connsiteX24" fmla="*/ 5156691 w 6875588"/>
              <a:gd name="connsiteY24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3724277 h 4870208"/>
              <a:gd name="connsiteX16" fmla="*/ 5156691 w 6875588"/>
              <a:gd name="connsiteY16" fmla="*/ 3151311 h 4870208"/>
              <a:gd name="connsiteX17" fmla="*/ 5729657 w 6875588"/>
              <a:gd name="connsiteY17" fmla="*/ 3151311 h 4870208"/>
              <a:gd name="connsiteX18" fmla="*/ 5729657 w 6875588"/>
              <a:gd name="connsiteY18" fmla="*/ 2578346 h 4870208"/>
              <a:gd name="connsiteX19" fmla="*/ 6875588 w 6875588"/>
              <a:gd name="connsiteY19" fmla="*/ 2578346 h 4870208"/>
              <a:gd name="connsiteX20" fmla="*/ 6875588 w 6875588"/>
              <a:gd name="connsiteY20" fmla="*/ 3724277 h 4870208"/>
              <a:gd name="connsiteX21" fmla="*/ 5729657 w 6875588"/>
              <a:gd name="connsiteY21" fmla="*/ 3724277 h 4870208"/>
              <a:gd name="connsiteX22" fmla="*/ 5729657 w 6875588"/>
              <a:gd name="connsiteY22" fmla="*/ 4870208 h 4870208"/>
              <a:gd name="connsiteX23" fmla="*/ 5156691 w 6875588"/>
              <a:gd name="connsiteY23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3151311 h 4870208"/>
              <a:gd name="connsiteX16" fmla="*/ 5729657 w 6875588"/>
              <a:gd name="connsiteY16" fmla="*/ 3151311 h 4870208"/>
              <a:gd name="connsiteX17" fmla="*/ 5729657 w 6875588"/>
              <a:gd name="connsiteY17" fmla="*/ 2578346 h 4870208"/>
              <a:gd name="connsiteX18" fmla="*/ 6875588 w 6875588"/>
              <a:gd name="connsiteY18" fmla="*/ 2578346 h 4870208"/>
              <a:gd name="connsiteX19" fmla="*/ 6875588 w 6875588"/>
              <a:gd name="connsiteY19" fmla="*/ 3724277 h 4870208"/>
              <a:gd name="connsiteX20" fmla="*/ 5729657 w 6875588"/>
              <a:gd name="connsiteY20" fmla="*/ 3724277 h 4870208"/>
              <a:gd name="connsiteX21" fmla="*/ 5729657 w 6875588"/>
              <a:gd name="connsiteY21" fmla="*/ 4870208 h 4870208"/>
              <a:gd name="connsiteX22" fmla="*/ 5156691 w 6875588"/>
              <a:gd name="connsiteY22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729657 w 6875588"/>
              <a:gd name="connsiteY15" fmla="*/ 3151311 h 4870208"/>
              <a:gd name="connsiteX16" fmla="*/ 5729657 w 6875588"/>
              <a:gd name="connsiteY16" fmla="*/ 2578346 h 4870208"/>
              <a:gd name="connsiteX17" fmla="*/ 6875588 w 6875588"/>
              <a:gd name="connsiteY17" fmla="*/ 2578346 h 4870208"/>
              <a:gd name="connsiteX18" fmla="*/ 6875588 w 6875588"/>
              <a:gd name="connsiteY18" fmla="*/ 3724277 h 4870208"/>
              <a:gd name="connsiteX19" fmla="*/ 5729657 w 6875588"/>
              <a:gd name="connsiteY19" fmla="*/ 3724277 h 4870208"/>
              <a:gd name="connsiteX20" fmla="*/ 5729657 w 6875588"/>
              <a:gd name="connsiteY20" fmla="*/ 4870208 h 4870208"/>
              <a:gd name="connsiteX21" fmla="*/ 5156691 w 6875588"/>
              <a:gd name="connsiteY21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729657 w 6875588"/>
              <a:gd name="connsiteY15" fmla="*/ 2578346 h 4870208"/>
              <a:gd name="connsiteX16" fmla="*/ 6875588 w 6875588"/>
              <a:gd name="connsiteY16" fmla="*/ 2578346 h 4870208"/>
              <a:gd name="connsiteX17" fmla="*/ 6875588 w 6875588"/>
              <a:gd name="connsiteY17" fmla="*/ 3724277 h 4870208"/>
              <a:gd name="connsiteX18" fmla="*/ 5729657 w 6875588"/>
              <a:gd name="connsiteY18" fmla="*/ 3724277 h 4870208"/>
              <a:gd name="connsiteX19" fmla="*/ 5729657 w 6875588"/>
              <a:gd name="connsiteY19" fmla="*/ 4870208 h 4870208"/>
              <a:gd name="connsiteX20" fmla="*/ 5156691 w 6875588"/>
              <a:gd name="connsiteY20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6875588 w 6875588"/>
              <a:gd name="connsiteY15" fmla="*/ 2578346 h 4870208"/>
              <a:gd name="connsiteX16" fmla="*/ 6875588 w 6875588"/>
              <a:gd name="connsiteY16" fmla="*/ 3724277 h 4870208"/>
              <a:gd name="connsiteX17" fmla="*/ 5729657 w 6875588"/>
              <a:gd name="connsiteY17" fmla="*/ 3724277 h 4870208"/>
              <a:gd name="connsiteX18" fmla="*/ 5729657 w 6875588"/>
              <a:gd name="connsiteY18" fmla="*/ 4870208 h 4870208"/>
              <a:gd name="connsiteX19" fmla="*/ 5156691 w 6875588"/>
              <a:gd name="connsiteY19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6875588 w 6875588"/>
              <a:gd name="connsiteY15" fmla="*/ 3724277 h 4870208"/>
              <a:gd name="connsiteX16" fmla="*/ 5729657 w 6875588"/>
              <a:gd name="connsiteY16" fmla="*/ 3724277 h 4870208"/>
              <a:gd name="connsiteX17" fmla="*/ 5729657 w 6875588"/>
              <a:gd name="connsiteY17" fmla="*/ 4870208 h 4870208"/>
              <a:gd name="connsiteX18" fmla="*/ 5156691 w 6875588"/>
              <a:gd name="connsiteY18" fmla="*/ 4870208 h 4870208"/>
              <a:gd name="connsiteX0" fmla="*/ 1145931 w 5729657"/>
              <a:gd name="connsiteY0" fmla="*/ 0 h 4870208"/>
              <a:gd name="connsiteX1" fmla="*/ 1145931 w 5729657"/>
              <a:gd name="connsiteY1" fmla="*/ 286483 h 4870208"/>
              <a:gd name="connsiteX2" fmla="*/ 0 w 5729657"/>
              <a:gd name="connsiteY2" fmla="*/ 286483 h 4870208"/>
              <a:gd name="connsiteX3" fmla="*/ 0 w 5729657"/>
              <a:gd name="connsiteY3" fmla="*/ 2005380 h 4870208"/>
              <a:gd name="connsiteX4" fmla="*/ 1145931 w 5729657"/>
              <a:gd name="connsiteY4" fmla="*/ 2005380 h 4870208"/>
              <a:gd name="connsiteX5" fmla="*/ 1145931 w 5729657"/>
              <a:gd name="connsiteY5" fmla="*/ 2578346 h 4870208"/>
              <a:gd name="connsiteX6" fmla="*/ 1718897 w 5729657"/>
              <a:gd name="connsiteY6" fmla="*/ 2578346 h 4870208"/>
              <a:gd name="connsiteX7" fmla="*/ 1718897 w 5729657"/>
              <a:gd name="connsiteY7" fmla="*/ 1432414 h 4870208"/>
              <a:gd name="connsiteX8" fmla="*/ 2291863 w 5729657"/>
              <a:gd name="connsiteY8" fmla="*/ 1432414 h 4870208"/>
              <a:gd name="connsiteX9" fmla="*/ 2291863 w 5729657"/>
              <a:gd name="connsiteY9" fmla="*/ 286483 h 4870208"/>
              <a:gd name="connsiteX10" fmla="*/ 2864828 w 5729657"/>
              <a:gd name="connsiteY10" fmla="*/ 286483 h 4870208"/>
              <a:gd name="connsiteX11" fmla="*/ 2864828 w 5729657"/>
              <a:gd name="connsiteY11" fmla="*/ 859449 h 4870208"/>
              <a:gd name="connsiteX12" fmla="*/ 3437794 w 5729657"/>
              <a:gd name="connsiteY12" fmla="*/ 859449 h 4870208"/>
              <a:gd name="connsiteX13" fmla="*/ 3437794 w 5729657"/>
              <a:gd name="connsiteY13" fmla="*/ 286483 h 4870208"/>
              <a:gd name="connsiteX14" fmla="*/ 5156691 w 5729657"/>
              <a:gd name="connsiteY14" fmla="*/ 286483 h 4870208"/>
              <a:gd name="connsiteX15" fmla="*/ 5729657 w 5729657"/>
              <a:gd name="connsiteY15" fmla="*/ 3724277 h 4870208"/>
              <a:gd name="connsiteX16" fmla="*/ 5729657 w 5729657"/>
              <a:gd name="connsiteY16" fmla="*/ 4870208 h 4870208"/>
              <a:gd name="connsiteX17" fmla="*/ 5156691 w 5729657"/>
              <a:gd name="connsiteY17" fmla="*/ 4870208 h 4870208"/>
              <a:gd name="connsiteX0" fmla="*/ 1145931 w 5729657"/>
              <a:gd name="connsiteY0" fmla="*/ 0 h 4870208"/>
              <a:gd name="connsiteX1" fmla="*/ 1145931 w 5729657"/>
              <a:gd name="connsiteY1" fmla="*/ 286483 h 4870208"/>
              <a:gd name="connsiteX2" fmla="*/ 0 w 5729657"/>
              <a:gd name="connsiteY2" fmla="*/ 286483 h 4870208"/>
              <a:gd name="connsiteX3" fmla="*/ 0 w 5729657"/>
              <a:gd name="connsiteY3" fmla="*/ 2005380 h 4870208"/>
              <a:gd name="connsiteX4" fmla="*/ 1145931 w 5729657"/>
              <a:gd name="connsiteY4" fmla="*/ 2005380 h 4870208"/>
              <a:gd name="connsiteX5" fmla="*/ 1145931 w 5729657"/>
              <a:gd name="connsiteY5" fmla="*/ 2578346 h 4870208"/>
              <a:gd name="connsiteX6" fmla="*/ 1718897 w 5729657"/>
              <a:gd name="connsiteY6" fmla="*/ 2578346 h 4870208"/>
              <a:gd name="connsiteX7" fmla="*/ 1718897 w 5729657"/>
              <a:gd name="connsiteY7" fmla="*/ 1432414 h 4870208"/>
              <a:gd name="connsiteX8" fmla="*/ 2291863 w 5729657"/>
              <a:gd name="connsiteY8" fmla="*/ 1432414 h 4870208"/>
              <a:gd name="connsiteX9" fmla="*/ 2291863 w 5729657"/>
              <a:gd name="connsiteY9" fmla="*/ 286483 h 4870208"/>
              <a:gd name="connsiteX10" fmla="*/ 2864828 w 5729657"/>
              <a:gd name="connsiteY10" fmla="*/ 286483 h 4870208"/>
              <a:gd name="connsiteX11" fmla="*/ 2864828 w 5729657"/>
              <a:gd name="connsiteY11" fmla="*/ 859449 h 4870208"/>
              <a:gd name="connsiteX12" fmla="*/ 3437794 w 5729657"/>
              <a:gd name="connsiteY12" fmla="*/ 859449 h 4870208"/>
              <a:gd name="connsiteX13" fmla="*/ 3437794 w 5729657"/>
              <a:gd name="connsiteY13" fmla="*/ 286483 h 4870208"/>
              <a:gd name="connsiteX14" fmla="*/ 5156691 w 5729657"/>
              <a:gd name="connsiteY14" fmla="*/ 286483 h 4870208"/>
              <a:gd name="connsiteX15" fmla="*/ 5729657 w 5729657"/>
              <a:gd name="connsiteY15" fmla="*/ 4870208 h 4870208"/>
              <a:gd name="connsiteX16" fmla="*/ 5156691 w 5729657"/>
              <a:gd name="connsiteY16" fmla="*/ 4870208 h 4870208"/>
              <a:gd name="connsiteX0" fmla="*/ 1145931 w 5156691"/>
              <a:gd name="connsiteY0" fmla="*/ 0 h 4870208"/>
              <a:gd name="connsiteX1" fmla="*/ 1145931 w 5156691"/>
              <a:gd name="connsiteY1" fmla="*/ 286483 h 4870208"/>
              <a:gd name="connsiteX2" fmla="*/ 0 w 5156691"/>
              <a:gd name="connsiteY2" fmla="*/ 286483 h 4870208"/>
              <a:gd name="connsiteX3" fmla="*/ 0 w 5156691"/>
              <a:gd name="connsiteY3" fmla="*/ 2005380 h 4870208"/>
              <a:gd name="connsiteX4" fmla="*/ 1145931 w 5156691"/>
              <a:gd name="connsiteY4" fmla="*/ 2005380 h 4870208"/>
              <a:gd name="connsiteX5" fmla="*/ 1145931 w 5156691"/>
              <a:gd name="connsiteY5" fmla="*/ 2578346 h 4870208"/>
              <a:gd name="connsiteX6" fmla="*/ 1718897 w 5156691"/>
              <a:gd name="connsiteY6" fmla="*/ 2578346 h 4870208"/>
              <a:gd name="connsiteX7" fmla="*/ 1718897 w 5156691"/>
              <a:gd name="connsiteY7" fmla="*/ 1432414 h 4870208"/>
              <a:gd name="connsiteX8" fmla="*/ 2291863 w 5156691"/>
              <a:gd name="connsiteY8" fmla="*/ 1432414 h 4870208"/>
              <a:gd name="connsiteX9" fmla="*/ 2291863 w 5156691"/>
              <a:gd name="connsiteY9" fmla="*/ 286483 h 4870208"/>
              <a:gd name="connsiteX10" fmla="*/ 2864828 w 5156691"/>
              <a:gd name="connsiteY10" fmla="*/ 286483 h 4870208"/>
              <a:gd name="connsiteX11" fmla="*/ 2864828 w 5156691"/>
              <a:gd name="connsiteY11" fmla="*/ 859449 h 4870208"/>
              <a:gd name="connsiteX12" fmla="*/ 3437794 w 5156691"/>
              <a:gd name="connsiteY12" fmla="*/ 859449 h 4870208"/>
              <a:gd name="connsiteX13" fmla="*/ 3437794 w 5156691"/>
              <a:gd name="connsiteY13" fmla="*/ 286483 h 4870208"/>
              <a:gd name="connsiteX14" fmla="*/ 5156691 w 5156691"/>
              <a:gd name="connsiteY14" fmla="*/ 286483 h 4870208"/>
              <a:gd name="connsiteX15" fmla="*/ 5156691 w 5156691"/>
              <a:gd name="connsiteY15" fmla="*/ 4870208 h 4870208"/>
              <a:gd name="connsiteX0" fmla="*/ 1145931 w 5156691"/>
              <a:gd name="connsiteY0" fmla="*/ 0 h 2578346"/>
              <a:gd name="connsiteX1" fmla="*/ 1145931 w 5156691"/>
              <a:gd name="connsiteY1" fmla="*/ 286483 h 2578346"/>
              <a:gd name="connsiteX2" fmla="*/ 0 w 5156691"/>
              <a:gd name="connsiteY2" fmla="*/ 286483 h 2578346"/>
              <a:gd name="connsiteX3" fmla="*/ 0 w 5156691"/>
              <a:gd name="connsiteY3" fmla="*/ 2005380 h 2578346"/>
              <a:gd name="connsiteX4" fmla="*/ 1145931 w 5156691"/>
              <a:gd name="connsiteY4" fmla="*/ 2005380 h 2578346"/>
              <a:gd name="connsiteX5" fmla="*/ 1145931 w 5156691"/>
              <a:gd name="connsiteY5" fmla="*/ 2578346 h 2578346"/>
              <a:gd name="connsiteX6" fmla="*/ 1718897 w 5156691"/>
              <a:gd name="connsiteY6" fmla="*/ 2578346 h 2578346"/>
              <a:gd name="connsiteX7" fmla="*/ 1718897 w 5156691"/>
              <a:gd name="connsiteY7" fmla="*/ 1432414 h 2578346"/>
              <a:gd name="connsiteX8" fmla="*/ 2291863 w 5156691"/>
              <a:gd name="connsiteY8" fmla="*/ 1432414 h 2578346"/>
              <a:gd name="connsiteX9" fmla="*/ 2291863 w 5156691"/>
              <a:gd name="connsiteY9" fmla="*/ 286483 h 2578346"/>
              <a:gd name="connsiteX10" fmla="*/ 2864828 w 5156691"/>
              <a:gd name="connsiteY10" fmla="*/ 286483 h 2578346"/>
              <a:gd name="connsiteX11" fmla="*/ 2864828 w 5156691"/>
              <a:gd name="connsiteY11" fmla="*/ 859449 h 2578346"/>
              <a:gd name="connsiteX12" fmla="*/ 3437794 w 5156691"/>
              <a:gd name="connsiteY12" fmla="*/ 859449 h 2578346"/>
              <a:gd name="connsiteX13" fmla="*/ 3437794 w 5156691"/>
              <a:gd name="connsiteY13" fmla="*/ 286483 h 2578346"/>
              <a:gd name="connsiteX14" fmla="*/ 5156691 w 5156691"/>
              <a:gd name="connsiteY14" fmla="*/ 286483 h 2578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156691" h="2578346">
                <a:moveTo>
                  <a:pt x="1145931" y="0"/>
                </a:moveTo>
                <a:lnTo>
                  <a:pt x="1145931" y="286483"/>
                </a:lnTo>
                <a:lnTo>
                  <a:pt x="0" y="286483"/>
                </a:lnTo>
                <a:lnTo>
                  <a:pt x="0" y="2005380"/>
                </a:lnTo>
                <a:lnTo>
                  <a:pt x="1145931" y="2005380"/>
                </a:lnTo>
                <a:lnTo>
                  <a:pt x="1145931" y="2578346"/>
                </a:lnTo>
                <a:lnTo>
                  <a:pt x="1718897" y="2578346"/>
                </a:lnTo>
                <a:lnTo>
                  <a:pt x="1718897" y="1432414"/>
                </a:lnTo>
                <a:lnTo>
                  <a:pt x="2291863" y="1432414"/>
                </a:lnTo>
                <a:lnTo>
                  <a:pt x="2291863" y="286483"/>
                </a:lnTo>
                <a:lnTo>
                  <a:pt x="2864828" y="286483"/>
                </a:lnTo>
                <a:lnTo>
                  <a:pt x="2864828" y="859449"/>
                </a:lnTo>
                <a:lnTo>
                  <a:pt x="3437794" y="859449"/>
                </a:lnTo>
                <a:lnTo>
                  <a:pt x="3437794" y="286483"/>
                </a:lnTo>
                <a:lnTo>
                  <a:pt x="5156691" y="286483"/>
                </a:lnTo>
              </a:path>
            </a:pathLst>
          </a:custGeom>
          <a:noFill/>
          <a:ln w="71614" cap="sq">
            <a:solidFill>
              <a:srgbClr val="FF0000"/>
            </a:solidFill>
            <a:prstDash val="sysDot"/>
            <a:round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14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6EE1B1B3-B336-4640-AEBC-CDE11E1BD096}"/>
              </a:ext>
            </a:extLst>
          </p:cNvPr>
          <p:cNvSpPr/>
          <p:nvPr/>
        </p:nvSpPr>
        <p:spPr>
          <a:xfrm>
            <a:off x="4798607" y="495826"/>
            <a:ext cx="6875588" cy="2578346"/>
          </a:xfrm>
          <a:custGeom>
            <a:avLst/>
            <a:gdLst>
              <a:gd name="connsiteX0" fmla="*/ 1145931 w 6875587"/>
              <a:gd name="connsiteY0" fmla="*/ 0 h 5729656"/>
              <a:gd name="connsiteX1" fmla="*/ 1145931 w 6875587"/>
              <a:gd name="connsiteY1" fmla="*/ 286483 h 5729656"/>
              <a:gd name="connsiteX2" fmla="*/ 0 w 6875587"/>
              <a:gd name="connsiteY2" fmla="*/ 286483 h 5729656"/>
              <a:gd name="connsiteX3" fmla="*/ 0 w 6875587"/>
              <a:gd name="connsiteY3" fmla="*/ 2005380 h 5729656"/>
              <a:gd name="connsiteX4" fmla="*/ 1145931 w 6875587"/>
              <a:gd name="connsiteY4" fmla="*/ 2005380 h 5729656"/>
              <a:gd name="connsiteX5" fmla="*/ 1145931 w 6875587"/>
              <a:gd name="connsiteY5" fmla="*/ 2578346 h 5729656"/>
              <a:gd name="connsiteX6" fmla="*/ 1718897 w 6875587"/>
              <a:gd name="connsiteY6" fmla="*/ 2578346 h 5729656"/>
              <a:gd name="connsiteX7" fmla="*/ 1718897 w 6875587"/>
              <a:gd name="connsiteY7" fmla="*/ 1432414 h 5729656"/>
              <a:gd name="connsiteX8" fmla="*/ 2291863 w 6875587"/>
              <a:gd name="connsiteY8" fmla="*/ 1432414 h 5729656"/>
              <a:gd name="connsiteX9" fmla="*/ 2291863 w 6875587"/>
              <a:gd name="connsiteY9" fmla="*/ 286483 h 5729656"/>
              <a:gd name="connsiteX10" fmla="*/ 2864828 w 6875587"/>
              <a:gd name="connsiteY10" fmla="*/ 286483 h 5729656"/>
              <a:gd name="connsiteX11" fmla="*/ 2864828 w 6875587"/>
              <a:gd name="connsiteY11" fmla="*/ 859449 h 5729656"/>
              <a:gd name="connsiteX12" fmla="*/ 3437794 w 6875587"/>
              <a:gd name="connsiteY12" fmla="*/ 859449 h 5729656"/>
              <a:gd name="connsiteX13" fmla="*/ 3437794 w 6875587"/>
              <a:gd name="connsiteY13" fmla="*/ 286483 h 5729656"/>
              <a:gd name="connsiteX14" fmla="*/ 5156691 w 6875587"/>
              <a:gd name="connsiteY14" fmla="*/ 286483 h 5729656"/>
              <a:gd name="connsiteX15" fmla="*/ 5156691 w 6875587"/>
              <a:gd name="connsiteY15" fmla="*/ 1432414 h 5729656"/>
              <a:gd name="connsiteX16" fmla="*/ 5729657 w 6875587"/>
              <a:gd name="connsiteY16" fmla="*/ 1432414 h 5729656"/>
              <a:gd name="connsiteX17" fmla="*/ 5729657 w 6875587"/>
              <a:gd name="connsiteY17" fmla="*/ 859449 h 5729656"/>
              <a:gd name="connsiteX18" fmla="*/ 6302622 w 6875587"/>
              <a:gd name="connsiteY18" fmla="*/ 859449 h 5729656"/>
              <a:gd name="connsiteX19" fmla="*/ 6302622 w 6875587"/>
              <a:gd name="connsiteY19" fmla="*/ 286483 h 5729656"/>
              <a:gd name="connsiteX20" fmla="*/ 6875588 w 6875587"/>
              <a:gd name="connsiteY20" fmla="*/ 286483 h 5729656"/>
              <a:gd name="connsiteX21" fmla="*/ 6875588 w 6875587"/>
              <a:gd name="connsiteY21" fmla="*/ 2005380 h 5729656"/>
              <a:gd name="connsiteX22" fmla="*/ 5156691 w 6875587"/>
              <a:gd name="connsiteY22" fmla="*/ 2005380 h 5729656"/>
              <a:gd name="connsiteX23" fmla="*/ 5156691 w 6875587"/>
              <a:gd name="connsiteY23" fmla="*/ 2578346 h 5729656"/>
              <a:gd name="connsiteX24" fmla="*/ 4583725 w 6875587"/>
              <a:gd name="connsiteY24" fmla="*/ 2578346 h 5729656"/>
              <a:gd name="connsiteX25" fmla="*/ 4583725 w 6875587"/>
              <a:gd name="connsiteY25" fmla="*/ 3151311 h 5729656"/>
              <a:gd name="connsiteX26" fmla="*/ 4010760 w 6875587"/>
              <a:gd name="connsiteY26" fmla="*/ 3151311 h 5729656"/>
              <a:gd name="connsiteX27" fmla="*/ 4010760 w 6875587"/>
              <a:gd name="connsiteY27" fmla="*/ 3724277 h 5729656"/>
              <a:gd name="connsiteX28" fmla="*/ 5156691 w 6875587"/>
              <a:gd name="connsiteY28" fmla="*/ 3724277 h 5729656"/>
              <a:gd name="connsiteX29" fmla="*/ 5156691 w 6875587"/>
              <a:gd name="connsiteY29" fmla="*/ 3151311 h 5729656"/>
              <a:gd name="connsiteX30" fmla="*/ 5729657 w 6875587"/>
              <a:gd name="connsiteY30" fmla="*/ 3151311 h 5729656"/>
              <a:gd name="connsiteX31" fmla="*/ 5729657 w 6875587"/>
              <a:gd name="connsiteY31" fmla="*/ 2578346 h 5729656"/>
              <a:gd name="connsiteX32" fmla="*/ 6875588 w 6875587"/>
              <a:gd name="connsiteY32" fmla="*/ 2578346 h 5729656"/>
              <a:gd name="connsiteX33" fmla="*/ 6875588 w 6875587"/>
              <a:gd name="connsiteY33" fmla="*/ 3724277 h 5729656"/>
              <a:gd name="connsiteX34" fmla="*/ 5729657 w 6875587"/>
              <a:gd name="connsiteY34" fmla="*/ 3724277 h 5729656"/>
              <a:gd name="connsiteX35" fmla="*/ 5729657 w 6875587"/>
              <a:gd name="connsiteY35" fmla="*/ 4870208 h 5729656"/>
              <a:gd name="connsiteX36" fmla="*/ 5156691 w 6875587"/>
              <a:gd name="connsiteY36" fmla="*/ 4870208 h 5729656"/>
              <a:gd name="connsiteX37" fmla="*/ 5156691 w 6875587"/>
              <a:gd name="connsiteY37" fmla="*/ 4297243 h 5729656"/>
              <a:gd name="connsiteX38" fmla="*/ 2864828 w 6875587"/>
              <a:gd name="connsiteY38" fmla="*/ 4297243 h 5729656"/>
              <a:gd name="connsiteX39" fmla="*/ 2864828 w 6875587"/>
              <a:gd name="connsiteY39" fmla="*/ 4870208 h 5729656"/>
              <a:gd name="connsiteX40" fmla="*/ 4010760 w 6875587"/>
              <a:gd name="connsiteY40" fmla="*/ 4870208 h 5729656"/>
              <a:gd name="connsiteX41" fmla="*/ 4010760 w 6875587"/>
              <a:gd name="connsiteY41" fmla="*/ 5443174 h 5729656"/>
              <a:gd name="connsiteX42" fmla="*/ 1718897 w 6875587"/>
              <a:gd name="connsiteY42" fmla="*/ 5443174 h 5729656"/>
              <a:gd name="connsiteX43" fmla="*/ 1718897 w 6875587"/>
              <a:gd name="connsiteY43" fmla="*/ 5729657 h 5729656"/>
              <a:gd name="connsiteX0" fmla="*/ 1145931 w 6875588"/>
              <a:gd name="connsiteY0" fmla="*/ 0 h 5443174"/>
              <a:gd name="connsiteX1" fmla="*/ 1145931 w 6875588"/>
              <a:gd name="connsiteY1" fmla="*/ 286483 h 5443174"/>
              <a:gd name="connsiteX2" fmla="*/ 0 w 6875588"/>
              <a:gd name="connsiteY2" fmla="*/ 286483 h 5443174"/>
              <a:gd name="connsiteX3" fmla="*/ 0 w 6875588"/>
              <a:gd name="connsiteY3" fmla="*/ 2005380 h 5443174"/>
              <a:gd name="connsiteX4" fmla="*/ 1145931 w 6875588"/>
              <a:gd name="connsiteY4" fmla="*/ 2005380 h 5443174"/>
              <a:gd name="connsiteX5" fmla="*/ 1145931 w 6875588"/>
              <a:gd name="connsiteY5" fmla="*/ 2578346 h 5443174"/>
              <a:gd name="connsiteX6" fmla="*/ 1718897 w 6875588"/>
              <a:gd name="connsiteY6" fmla="*/ 2578346 h 5443174"/>
              <a:gd name="connsiteX7" fmla="*/ 1718897 w 6875588"/>
              <a:gd name="connsiteY7" fmla="*/ 1432414 h 5443174"/>
              <a:gd name="connsiteX8" fmla="*/ 2291863 w 6875588"/>
              <a:gd name="connsiteY8" fmla="*/ 1432414 h 5443174"/>
              <a:gd name="connsiteX9" fmla="*/ 2291863 w 6875588"/>
              <a:gd name="connsiteY9" fmla="*/ 286483 h 5443174"/>
              <a:gd name="connsiteX10" fmla="*/ 2864828 w 6875588"/>
              <a:gd name="connsiteY10" fmla="*/ 286483 h 5443174"/>
              <a:gd name="connsiteX11" fmla="*/ 2864828 w 6875588"/>
              <a:gd name="connsiteY11" fmla="*/ 859449 h 5443174"/>
              <a:gd name="connsiteX12" fmla="*/ 3437794 w 6875588"/>
              <a:gd name="connsiteY12" fmla="*/ 859449 h 5443174"/>
              <a:gd name="connsiteX13" fmla="*/ 3437794 w 6875588"/>
              <a:gd name="connsiteY13" fmla="*/ 286483 h 5443174"/>
              <a:gd name="connsiteX14" fmla="*/ 5156691 w 6875588"/>
              <a:gd name="connsiteY14" fmla="*/ 286483 h 5443174"/>
              <a:gd name="connsiteX15" fmla="*/ 5156691 w 6875588"/>
              <a:gd name="connsiteY15" fmla="*/ 1432414 h 5443174"/>
              <a:gd name="connsiteX16" fmla="*/ 5729657 w 6875588"/>
              <a:gd name="connsiteY16" fmla="*/ 1432414 h 5443174"/>
              <a:gd name="connsiteX17" fmla="*/ 5729657 w 6875588"/>
              <a:gd name="connsiteY17" fmla="*/ 859449 h 5443174"/>
              <a:gd name="connsiteX18" fmla="*/ 6302622 w 6875588"/>
              <a:gd name="connsiteY18" fmla="*/ 859449 h 5443174"/>
              <a:gd name="connsiteX19" fmla="*/ 6302622 w 6875588"/>
              <a:gd name="connsiteY19" fmla="*/ 286483 h 5443174"/>
              <a:gd name="connsiteX20" fmla="*/ 6875588 w 6875588"/>
              <a:gd name="connsiteY20" fmla="*/ 286483 h 5443174"/>
              <a:gd name="connsiteX21" fmla="*/ 6875588 w 6875588"/>
              <a:gd name="connsiteY21" fmla="*/ 2005380 h 5443174"/>
              <a:gd name="connsiteX22" fmla="*/ 5156691 w 6875588"/>
              <a:gd name="connsiteY22" fmla="*/ 2005380 h 5443174"/>
              <a:gd name="connsiteX23" fmla="*/ 5156691 w 6875588"/>
              <a:gd name="connsiteY23" fmla="*/ 2578346 h 5443174"/>
              <a:gd name="connsiteX24" fmla="*/ 4583725 w 6875588"/>
              <a:gd name="connsiteY24" fmla="*/ 2578346 h 5443174"/>
              <a:gd name="connsiteX25" fmla="*/ 4583725 w 6875588"/>
              <a:gd name="connsiteY25" fmla="*/ 3151311 h 5443174"/>
              <a:gd name="connsiteX26" fmla="*/ 4010760 w 6875588"/>
              <a:gd name="connsiteY26" fmla="*/ 3151311 h 5443174"/>
              <a:gd name="connsiteX27" fmla="*/ 4010760 w 6875588"/>
              <a:gd name="connsiteY27" fmla="*/ 3724277 h 5443174"/>
              <a:gd name="connsiteX28" fmla="*/ 5156691 w 6875588"/>
              <a:gd name="connsiteY28" fmla="*/ 3724277 h 5443174"/>
              <a:gd name="connsiteX29" fmla="*/ 5156691 w 6875588"/>
              <a:gd name="connsiteY29" fmla="*/ 3151311 h 5443174"/>
              <a:gd name="connsiteX30" fmla="*/ 5729657 w 6875588"/>
              <a:gd name="connsiteY30" fmla="*/ 3151311 h 5443174"/>
              <a:gd name="connsiteX31" fmla="*/ 5729657 w 6875588"/>
              <a:gd name="connsiteY31" fmla="*/ 2578346 h 5443174"/>
              <a:gd name="connsiteX32" fmla="*/ 6875588 w 6875588"/>
              <a:gd name="connsiteY32" fmla="*/ 2578346 h 5443174"/>
              <a:gd name="connsiteX33" fmla="*/ 6875588 w 6875588"/>
              <a:gd name="connsiteY33" fmla="*/ 3724277 h 5443174"/>
              <a:gd name="connsiteX34" fmla="*/ 5729657 w 6875588"/>
              <a:gd name="connsiteY34" fmla="*/ 3724277 h 5443174"/>
              <a:gd name="connsiteX35" fmla="*/ 5729657 w 6875588"/>
              <a:gd name="connsiteY35" fmla="*/ 4870208 h 5443174"/>
              <a:gd name="connsiteX36" fmla="*/ 5156691 w 6875588"/>
              <a:gd name="connsiteY36" fmla="*/ 4870208 h 5443174"/>
              <a:gd name="connsiteX37" fmla="*/ 5156691 w 6875588"/>
              <a:gd name="connsiteY37" fmla="*/ 4297243 h 5443174"/>
              <a:gd name="connsiteX38" fmla="*/ 2864828 w 6875588"/>
              <a:gd name="connsiteY38" fmla="*/ 4297243 h 5443174"/>
              <a:gd name="connsiteX39" fmla="*/ 2864828 w 6875588"/>
              <a:gd name="connsiteY39" fmla="*/ 4870208 h 5443174"/>
              <a:gd name="connsiteX40" fmla="*/ 4010760 w 6875588"/>
              <a:gd name="connsiteY40" fmla="*/ 4870208 h 5443174"/>
              <a:gd name="connsiteX41" fmla="*/ 4010760 w 6875588"/>
              <a:gd name="connsiteY41" fmla="*/ 5443174 h 5443174"/>
              <a:gd name="connsiteX42" fmla="*/ 1718897 w 6875588"/>
              <a:gd name="connsiteY42" fmla="*/ 5443174 h 5443174"/>
              <a:gd name="connsiteX0" fmla="*/ 1145931 w 6875588"/>
              <a:gd name="connsiteY0" fmla="*/ 0 h 5443174"/>
              <a:gd name="connsiteX1" fmla="*/ 1145931 w 6875588"/>
              <a:gd name="connsiteY1" fmla="*/ 286483 h 5443174"/>
              <a:gd name="connsiteX2" fmla="*/ 0 w 6875588"/>
              <a:gd name="connsiteY2" fmla="*/ 286483 h 5443174"/>
              <a:gd name="connsiteX3" fmla="*/ 0 w 6875588"/>
              <a:gd name="connsiteY3" fmla="*/ 2005380 h 5443174"/>
              <a:gd name="connsiteX4" fmla="*/ 1145931 w 6875588"/>
              <a:gd name="connsiteY4" fmla="*/ 2005380 h 5443174"/>
              <a:gd name="connsiteX5" fmla="*/ 1145931 w 6875588"/>
              <a:gd name="connsiteY5" fmla="*/ 2578346 h 5443174"/>
              <a:gd name="connsiteX6" fmla="*/ 1718897 w 6875588"/>
              <a:gd name="connsiteY6" fmla="*/ 2578346 h 5443174"/>
              <a:gd name="connsiteX7" fmla="*/ 1718897 w 6875588"/>
              <a:gd name="connsiteY7" fmla="*/ 1432414 h 5443174"/>
              <a:gd name="connsiteX8" fmla="*/ 2291863 w 6875588"/>
              <a:gd name="connsiteY8" fmla="*/ 1432414 h 5443174"/>
              <a:gd name="connsiteX9" fmla="*/ 2291863 w 6875588"/>
              <a:gd name="connsiteY9" fmla="*/ 286483 h 5443174"/>
              <a:gd name="connsiteX10" fmla="*/ 2864828 w 6875588"/>
              <a:gd name="connsiteY10" fmla="*/ 286483 h 5443174"/>
              <a:gd name="connsiteX11" fmla="*/ 2864828 w 6875588"/>
              <a:gd name="connsiteY11" fmla="*/ 859449 h 5443174"/>
              <a:gd name="connsiteX12" fmla="*/ 3437794 w 6875588"/>
              <a:gd name="connsiteY12" fmla="*/ 859449 h 5443174"/>
              <a:gd name="connsiteX13" fmla="*/ 3437794 w 6875588"/>
              <a:gd name="connsiteY13" fmla="*/ 286483 h 5443174"/>
              <a:gd name="connsiteX14" fmla="*/ 5156691 w 6875588"/>
              <a:gd name="connsiteY14" fmla="*/ 286483 h 5443174"/>
              <a:gd name="connsiteX15" fmla="*/ 5156691 w 6875588"/>
              <a:gd name="connsiteY15" fmla="*/ 1432414 h 5443174"/>
              <a:gd name="connsiteX16" fmla="*/ 5729657 w 6875588"/>
              <a:gd name="connsiteY16" fmla="*/ 1432414 h 5443174"/>
              <a:gd name="connsiteX17" fmla="*/ 5729657 w 6875588"/>
              <a:gd name="connsiteY17" fmla="*/ 859449 h 5443174"/>
              <a:gd name="connsiteX18" fmla="*/ 6302622 w 6875588"/>
              <a:gd name="connsiteY18" fmla="*/ 859449 h 5443174"/>
              <a:gd name="connsiteX19" fmla="*/ 6302622 w 6875588"/>
              <a:gd name="connsiteY19" fmla="*/ 286483 h 5443174"/>
              <a:gd name="connsiteX20" fmla="*/ 6875588 w 6875588"/>
              <a:gd name="connsiteY20" fmla="*/ 286483 h 5443174"/>
              <a:gd name="connsiteX21" fmla="*/ 6875588 w 6875588"/>
              <a:gd name="connsiteY21" fmla="*/ 2005380 h 5443174"/>
              <a:gd name="connsiteX22" fmla="*/ 5156691 w 6875588"/>
              <a:gd name="connsiteY22" fmla="*/ 2005380 h 5443174"/>
              <a:gd name="connsiteX23" fmla="*/ 5156691 w 6875588"/>
              <a:gd name="connsiteY23" fmla="*/ 2578346 h 5443174"/>
              <a:gd name="connsiteX24" fmla="*/ 4583725 w 6875588"/>
              <a:gd name="connsiteY24" fmla="*/ 2578346 h 5443174"/>
              <a:gd name="connsiteX25" fmla="*/ 4583725 w 6875588"/>
              <a:gd name="connsiteY25" fmla="*/ 3151311 h 5443174"/>
              <a:gd name="connsiteX26" fmla="*/ 4010760 w 6875588"/>
              <a:gd name="connsiteY26" fmla="*/ 3151311 h 5443174"/>
              <a:gd name="connsiteX27" fmla="*/ 4010760 w 6875588"/>
              <a:gd name="connsiteY27" fmla="*/ 3724277 h 5443174"/>
              <a:gd name="connsiteX28" fmla="*/ 5156691 w 6875588"/>
              <a:gd name="connsiteY28" fmla="*/ 3724277 h 5443174"/>
              <a:gd name="connsiteX29" fmla="*/ 5156691 w 6875588"/>
              <a:gd name="connsiteY29" fmla="*/ 3151311 h 5443174"/>
              <a:gd name="connsiteX30" fmla="*/ 5729657 w 6875588"/>
              <a:gd name="connsiteY30" fmla="*/ 3151311 h 5443174"/>
              <a:gd name="connsiteX31" fmla="*/ 5729657 w 6875588"/>
              <a:gd name="connsiteY31" fmla="*/ 2578346 h 5443174"/>
              <a:gd name="connsiteX32" fmla="*/ 6875588 w 6875588"/>
              <a:gd name="connsiteY32" fmla="*/ 2578346 h 5443174"/>
              <a:gd name="connsiteX33" fmla="*/ 6875588 w 6875588"/>
              <a:gd name="connsiteY33" fmla="*/ 3724277 h 5443174"/>
              <a:gd name="connsiteX34" fmla="*/ 5729657 w 6875588"/>
              <a:gd name="connsiteY34" fmla="*/ 3724277 h 5443174"/>
              <a:gd name="connsiteX35" fmla="*/ 5729657 w 6875588"/>
              <a:gd name="connsiteY35" fmla="*/ 4870208 h 5443174"/>
              <a:gd name="connsiteX36" fmla="*/ 5156691 w 6875588"/>
              <a:gd name="connsiteY36" fmla="*/ 4870208 h 5443174"/>
              <a:gd name="connsiteX37" fmla="*/ 5156691 w 6875588"/>
              <a:gd name="connsiteY37" fmla="*/ 4297243 h 5443174"/>
              <a:gd name="connsiteX38" fmla="*/ 2864828 w 6875588"/>
              <a:gd name="connsiteY38" fmla="*/ 4297243 h 5443174"/>
              <a:gd name="connsiteX39" fmla="*/ 2864828 w 6875588"/>
              <a:gd name="connsiteY39" fmla="*/ 4870208 h 5443174"/>
              <a:gd name="connsiteX40" fmla="*/ 4010760 w 6875588"/>
              <a:gd name="connsiteY40" fmla="*/ 4870208 h 5443174"/>
              <a:gd name="connsiteX41" fmla="*/ 4010760 w 6875588"/>
              <a:gd name="connsiteY41" fmla="*/ 5443174 h 5443174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38" fmla="*/ 2864828 w 6875588"/>
              <a:gd name="connsiteY38" fmla="*/ 4297243 h 4870208"/>
              <a:gd name="connsiteX39" fmla="*/ 2864828 w 6875588"/>
              <a:gd name="connsiteY39" fmla="*/ 4870208 h 4870208"/>
              <a:gd name="connsiteX40" fmla="*/ 4010760 w 6875588"/>
              <a:gd name="connsiteY40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38" fmla="*/ 2864828 w 6875588"/>
              <a:gd name="connsiteY38" fmla="*/ 4297243 h 4870208"/>
              <a:gd name="connsiteX39" fmla="*/ 2864828 w 6875588"/>
              <a:gd name="connsiteY39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38" fmla="*/ 2864828 w 6875588"/>
              <a:gd name="connsiteY38" fmla="*/ 4297243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30" fmla="*/ 5729657 w 6875588"/>
              <a:gd name="connsiteY30" fmla="*/ 3151311 h 3724277"/>
              <a:gd name="connsiteX31" fmla="*/ 5729657 w 6875588"/>
              <a:gd name="connsiteY31" fmla="*/ 2578346 h 3724277"/>
              <a:gd name="connsiteX32" fmla="*/ 6875588 w 6875588"/>
              <a:gd name="connsiteY32" fmla="*/ 2578346 h 3724277"/>
              <a:gd name="connsiteX33" fmla="*/ 6875588 w 6875588"/>
              <a:gd name="connsiteY33" fmla="*/ 3724277 h 3724277"/>
              <a:gd name="connsiteX34" fmla="*/ 5729657 w 6875588"/>
              <a:gd name="connsiteY34" fmla="*/ 3724277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30" fmla="*/ 5729657 w 6875588"/>
              <a:gd name="connsiteY30" fmla="*/ 3151311 h 3724277"/>
              <a:gd name="connsiteX31" fmla="*/ 5729657 w 6875588"/>
              <a:gd name="connsiteY31" fmla="*/ 2578346 h 3724277"/>
              <a:gd name="connsiteX32" fmla="*/ 6875588 w 6875588"/>
              <a:gd name="connsiteY32" fmla="*/ 2578346 h 3724277"/>
              <a:gd name="connsiteX33" fmla="*/ 6875588 w 6875588"/>
              <a:gd name="connsiteY33" fmla="*/ 3724277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30" fmla="*/ 5729657 w 6875588"/>
              <a:gd name="connsiteY30" fmla="*/ 3151311 h 3724277"/>
              <a:gd name="connsiteX31" fmla="*/ 5729657 w 6875588"/>
              <a:gd name="connsiteY31" fmla="*/ 2578346 h 3724277"/>
              <a:gd name="connsiteX32" fmla="*/ 6875588 w 6875588"/>
              <a:gd name="connsiteY32" fmla="*/ 2578346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30" fmla="*/ 5729657 w 6875588"/>
              <a:gd name="connsiteY30" fmla="*/ 3151311 h 3724277"/>
              <a:gd name="connsiteX31" fmla="*/ 5729657 w 6875588"/>
              <a:gd name="connsiteY31" fmla="*/ 2578346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30" fmla="*/ 5729657 w 6875588"/>
              <a:gd name="connsiteY30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0" fmla="*/ 1145931 w 6875588"/>
              <a:gd name="connsiteY0" fmla="*/ 0 h 3151311"/>
              <a:gd name="connsiteX1" fmla="*/ 1145931 w 6875588"/>
              <a:gd name="connsiteY1" fmla="*/ 286483 h 3151311"/>
              <a:gd name="connsiteX2" fmla="*/ 0 w 6875588"/>
              <a:gd name="connsiteY2" fmla="*/ 286483 h 3151311"/>
              <a:gd name="connsiteX3" fmla="*/ 0 w 6875588"/>
              <a:gd name="connsiteY3" fmla="*/ 2005380 h 3151311"/>
              <a:gd name="connsiteX4" fmla="*/ 1145931 w 6875588"/>
              <a:gd name="connsiteY4" fmla="*/ 2005380 h 3151311"/>
              <a:gd name="connsiteX5" fmla="*/ 1145931 w 6875588"/>
              <a:gd name="connsiteY5" fmla="*/ 2578346 h 3151311"/>
              <a:gd name="connsiteX6" fmla="*/ 1718897 w 6875588"/>
              <a:gd name="connsiteY6" fmla="*/ 2578346 h 3151311"/>
              <a:gd name="connsiteX7" fmla="*/ 1718897 w 6875588"/>
              <a:gd name="connsiteY7" fmla="*/ 1432414 h 3151311"/>
              <a:gd name="connsiteX8" fmla="*/ 2291863 w 6875588"/>
              <a:gd name="connsiteY8" fmla="*/ 1432414 h 3151311"/>
              <a:gd name="connsiteX9" fmla="*/ 2291863 w 6875588"/>
              <a:gd name="connsiteY9" fmla="*/ 286483 h 3151311"/>
              <a:gd name="connsiteX10" fmla="*/ 2864828 w 6875588"/>
              <a:gd name="connsiteY10" fmla="*/ 286483 h 3151311"/>
              <a:gd name="connsiteX11" fmla="*/ 2864828 w 6875588"/>
              <a:gd name="connsiteY11" fmla="*/ 859449 h 3151311"/>
              <a:gd name="connsiteX12" fmla="*/ 3437794 w 6875588"/>
              <a:gd name="connsiteY12" fmla="*/ 859449 h 3151311"/>
              <a:gd name="connsiteX13" fmla="*/ 3437794 w 6875588"/>
              <a:gd name="connsiteY13" fmla="*/ 286483 h 3151311"/>
              <a:gd name="connsiteX14" fmla="*/ 5156691 w 6875588"/>
              <a:gd name="connsiteY14" fmla="*/ 286483 h 3151311"/>
              <a:gd name="connsiteX15" fmla="*/ 5156691 w 6875588"/>
              <a:gd name="connsiteY15" fmla="*/ 1432414 h 3151311"/>
              <a:gd name="connsiteX16" fmla="*/ 5729657 w 6875588"/>
              <a:gd name="connsiteY16" fmla="*/ 1432414 h 3151311"/>
              <a:gd name="connsiteX17" fmla="*/ 5729657 w 6875588"/>
              <a:gd name="connsiteY17" fmla="*/ 859449 h 3151311"/>
              <a:gd name="connsiteX18" fmla="*/ 6302622 w 6875588"/>
              <a:gd name="connsiteY18" fmla="*/ 859449 h 3151311"/>
              <a:gd name="connsiteX19" fmla="*/ 6302622 w 6875588"/>
              <a:gd name="connsiteY19" fmla="*/ 286483 h 3151311"/>
              <a:gd name="connsiteX20" fmla="*/ 6875588 w 6875588"/>
              <a:gd name="connsiteY20" fmla="*/ 286483 h 3151311"/>
              <a:gd name="connsiteX21" fmla="*/ 6875588 w 6875588"/>
              <a:gd name="connsiteY21" fmla="*/ 2005380 h 3151311"/>
              <a:gd name="connsiteX22" fmla="*/ 5156691 w 6875588"/>
              <a:gd name="connsiteY22" fmla="*/ 2005380 h 3151311"/>
              <a:gd name="connsiteX23" fmla="*/ 5156691 w 6875588"/>
              <a:gd name="connsiteY23" fmla="*/ 2578346 h 3151311"/>
              <a:gd name="connsiteX24" fmla="*/ 4583725 w 6875588"/>
              <a:gd name="connsiteY24" fmla="*/ 2578346 h 3151311"/>
              <a:gd name="connsiteX25" fmla="*/ 4583725 w 6875588"/>
              <a:gd name="connsiteY25" fmla="*/ 3151311 h 3151311"/>
              <a:gd name="connsiteX26" fmla="*/ 4010760 w 6875588"/>
              <a:gd name="connsiteY26" fmla="*/ 3151311 h 3151311"/>
              <a:gd name="connsiteX0" fmla="*/ 1145931 w 6875588"/>
              <a:gd name="connsiteY0" fmla="*/ 0 h 3151311"/>
              <a:gd name="connsiteX1" fmla="*/ 1145931 w 6875588"/>
              <a:gd name="connsiteY1" fmla="*/ 286483 h 3151311"/>
              <a:gd name="connsiteX2" fmla="*/ 0 w 6875588"/>
              <a:gd name="connsiteY2" fmla="*/ 286483 h 3151311"/>
              <a:gd name="connsiteX3" fmla="*/ 0 w 6875588"/>
              <a:gd name="connsiteY3" fmla="*/ 2005380 h 3151311"/>
              <a:gd name="connsiteX4" fmla="*/ 1145931 w 6875588"/>
              <a:gd name="connsiteY4" fmla="*/ 2005380 h 3151311"/>
              <a:gd name="connsiteX5" fmla="*/ 1145931 w 6875588"/>
              <a:gd name="connsiteY5" fmla="*/ 2578346 h 3151311"/>
              <a:gd name="connsiteX6" fmla="*/ 1718897 w 6875588"/>
              <a:gd name="connsiteY6" fmla="*/ 2578346 h 3151311"/>
              <a:gd name="connsiteX7" fmla="*/ 1718897 w 6875588"/>
              <a:gd name="connsiteY7" fmla="*/ 1432414 h 3151311"/>
              <a:gd name="connsiteX8" fmla="*/ 2291863 w 6875588"/>
              <a:gd name="connsiteY8" fmla="*/ 1432414 h 3151311"/>
              <a:gd name="connsiteX9" fmla="*/ 2291863 w 6875588"/>
              <a:gd name="connsiteY9" fmla="*/ 286483 h 3151311"/>
              <a:gd name="connsiteX10" fmla="*/ 2864828 w 6875588"/>
              <a:gd name="connsiteY10" fmla="*/ 286483 h 3151311"/>
              <a:gd name="connsiteX11" fmla="*/ 2864828 w 6875588"/>
              <a:gd name="connsiteY11" fmla="*/ 859449 h 3151311"/>
              <a:gd name="connsiteX12" fmla="*/ 3437794 w 6875588"/>
              <a:gd name="connsiteY12" fmla="*/ 859449 h 3151311"/>
              <a:gd name="connsiteX13" fmla="*/ 3437794 w 6875588"/>
              <a:gd name="connsiteY13" fmla="*/ 286483 h 3151311"/>
              <a:gd name="connsiteX14" fmla="*/ 5156691 w 6875588"/>
              <a:gd name="connsiteY14" fmla="*/ 286483 h 3151311"/>
              <a:gd name="connsiteX15" fmla="*/ 5156691 w 6875588"/>
              <a:gd name="connsiteY15" fmla="*/ 1432414 h 3151311"/>
              <a:gd name="connsiteX16" fmla="*/ 5729657 w 6875588"/>
              <a:gd name="connsiteY16" fmla="*/ 1432414 h 3151311"/>
              <a:gd name="connsiteX17" fmla="*/ 5729657 w 6875588"/>
              <a:gd name="connsiteY17" fmla="*/ 859449 h 3151311"/>
              <a:gd name="connsiteX18" fmla="*/ 6302622 w 6875588"/>
              <a:gd name="connsiteY18" fmla="*/ 859449 h 3151311"/>
              <a:gd name="connsiteX19" fmla="*/ 6302622 w 6875588"/>
              <a:gd name="connsiteY19" fmla="*/ 286483 h 3151311"/>
              <a:gd name="connsiteX20" fmla="*/ 6875588 w 6875588"/>
              <a:gd name="connsiteY20" fmla="*/ 286483 h 3151311"/>
              <a:gd name="connsiteX21" fmla="*/ 6875588 w 6875588"/>
              <a:gd name="connsiteY21" fmla="*/ 2005380 h 3151311"/>
              <a:gd name="connsiteX22" fmla="*/ 5156691 w 6875588"/>
              <a:gd name="connsiteY22" fmla="*/ 2005380 h 3151311"/>
              <a:gd name="connsiteX23" fmla="*/ 5156691 w 6875588"/>
              <a:gd name="connsiteY23" fmla="*/ 2578346 h 3151311"/>
              <a:gd name="connsiteX24" fmla="*/ 4583725 w 6875588"/>
              <a:gd name="connsiteY24" fmla="*/ 2578346 h 3151311"/>
              <a:gd name="connsiteX25" fmla="*/ 4583725 w 6875588"/>
              <a:gd name="connsiteY25" fmla="*/ 3151311 h 3151311"/>
              <a:gd name="connsiteX0" fmla="*/ 1145931 w 6875588"/>
              <a:gd name="connsiteY0" fmla="*/ 0 h 2578346"/>
              <a:gd name="connsiteX1" fmla="*/ 1145931 w 6875588"/>
              <a:gd name="connsiteY1" fmla="*/ 286483 h 2578346"/>
              <a:gd name="connsiteX2" fmla="*/ 0 w 6875588"/>
              <a:gd name="connsiteY2" fmla="*/ 286483 h 2578346"/>
              <a:gd name="connsiteX3" fmla="*/ 0 w 6875588"/>
              <a:gd name="connsiteY3" fmla="*/ 2005380 h 2578346"/>
              <a:gd name="connsiteX4" fmla="*/ 1145931 w 6875588"/>
              <a:gd name="connsiteY4" fmla="*/ 2005380 h 2578346"/>
              <a:gd name="connsiteX5" fmla="*/ 1145931 w 6875588"/>
              <a:gd name="connsiteY5" fmla="*/ 2578346 h 2578346"/>
              <a:gd name="connsiteX6" fmla="*/ 1718897 w 6875588"/>
              <a:gd name="connsiteY6" fmla="*/ 2578346 h 2578346"/>
              <a:gd name="connsiteX7" fmla="*/ 1718897 w 6875588"/>
              <a:gd name="connsiteY7" fmla="*/ 1432414 h 2578346"/>
              <a:gd name="connsiteX8" fmla="*/ 2291863 w 6875588"/>
              <a:gd name="connsiteY8" fmla="*/ 1432414 h 2578346"/>
              <a:gd name="connsiteX9" fmla="*/ 2291863 w 6875588"/>
              <a:gd name="connsiteY9" fmla="*/ 286483 h 2578346"/>
              <a:gd name="connsiteX10" fmla="*/ 2864828 w 6875588"/>
              <a:gd name="connsiteY10" fmla="*/ 286483 h 2578346"/>
              <a:gd name="connsiteX11" fmla="*/ 2864828 w 6875588"/>
              <a:gd name="connsiteY11" fmla="*/ 859449 h 2578346"/>
              <a:gd name="connsiteX12" fmla="*/ 3437794 w 6875588"/>
              <a:gd name="connsiteY12" fmla="*/ 859449 h 2578346"/>
              <a:gd name="connsiteX13" fmla="*/ 3437794 w 6875588"/>
              <a:gd name="connsiteY13" fmla="*/ 286483 h 2578346"/>
              <a:gd name="connsiteX14" fmla="*/ 5156691 w 6875588"/>
              <a:gd name="connsiteY14" fmla="*/ 286483 h 2578346"/>
              <a:gd name="connsiteX15" fmla="*/ 5156691 w 6875588"/>
              <a:gd name="connsiteY15" fmla="*/ 1432414 h 2578346"/>
              <a:gd name="connsiteX16" fmla="*/ 5729657 w 6875588"/>
              <a:gd name="connsiteY16" fmla="*/ 1432414 h 2578346"/>
              <a:gd name="connsiteX17" fmla="*/ 5729657 w 6875588"/>
              <a:gd name="connsiteY17" fmla="*/ 859449 h 2578346"/>
              <a:gd name="connsiteX18" fmla="*/ 6302622 w 6875588"/>
              <a:gd name="connsiteY18" fmla="*/ 859449 h 2578346"/>
              <a:gd name="connsiteX19" fmla="*/ 6302622 w 6875588"/>
              <a:gd name="connsiteY19" fmla="*/ 286483 h 2578346"/>
              <a:gd name="connsiteX20" fmla="*/ 6875588 w 6875588"/>
              <a:gd name="connsiteY20" fmla="*/ 286483 h 2578346"/>
              <a:gd name="connsiteX21" fmla="*/ 6875588 w 6875588"/>
              <a:gd name="connsiteY21" fmla="*/ 2005380 h 2578346"/>
              <a:gd name="connsiteX22" fmla="*/ 5156691 w 6875588"/>
              <a:gd name="connsiteY22" fmla="*/ 2005380 h 2578346"/>
              <a:gd name="connsiteX23" fmla="*/ 5156691 w 6875588"/>
              <a:gd name="connsiteY23" fmla="*/ 2578346 h 2578346"/>
              <a:gd name="connsiteX24" fmla="*/ 4583725 w 6875588"/>
              <a:gd name="connsiteY24" fmla="*/ 2578346 h 2578346"/>
              <a:gd name="connsiteX0" fmla="*/ 1145931 w 6875588"/>
              <a:gd name="connsiteY0" fmla="*/ 0 h 2578346"/>
              <a:gd name="connsiteX1" fmla="*/ 1145931 w 6875588"/>
              <a:gd name="connsiteY1" fmla="*/ 286483 h 2578346"/>
              <a:gd name="connsiteX2" fmla="*/ 0 w 6875588"/>
              <a:gd name="connsiteY2" fmla="*/ 286483 h 2578346"/>
              <a:gd name="connsiteX3" fmla="*/ 0 w 6875588"/>
              <a:gd name="connsiteY3" fmla="*/ 2005380 h 2578346"/>
              <a:gd name="connsiteX4" fmla="*/ 1145931 w 6875588"/>
              <a:gd name="connsiteY4" fmla="*/ 2005380 h 2578346"/>
              <a:gd name="connsiteX5" fmla="*/ 1145931 w 6875588"/>
              <a:gd name="connsiteY5" fmla="*/ 2578346 h 2578346"/>
              <a:gd name="connsiteX6" fmla="*/ 1718897 w 6875588"/>
              <a:gd name="connsiteY6" fmla="*/ 2578346 h 2578346"/>
              <a:gd name="connsiteX7" fmla="*/ 1718897 w 6875588"/>
              <a:gd name="connsiteY7" fmla="*/ 1432414 h 2578346"/>
              <a:gd name="connsiteX8" fmla="*/ 2291863 w 6875588"/>
              <a:gd name="connsiteY8" fmla="*/ 1432414 h 2578346"/>
              <a:gd name="connsiteX9" fmla="*/ 2291863 w 6875588"/>
              <a:gd name="connsiteY9" fmla="*/ 286483 h 2578346"/>
              <a:gd name="connsiteX10" fmla="*/ 2864828 w 6875588"/>
              <a:gd name="connsiteY10" fmla="*/ 286483 h 2578346"/>
              <a:gd name="connsiteX11" fmla="*/ 2864828 w 6875588"/>
              <a:gd name="connsiteY11" fmla="*/ 859449 h 2578346"/>
              <a:gd name="connsiteX12" fmla="*/ 3437794 w 6875588"/>
              <a:gd name="connsiteY12" fmla="*/ 859449 h 2578346"/>
              <a:gd name="connsiteX13" fmla="*/ 3437794 w 6875588"/>
              <a:gd name="connsiteY13" fmla="*/ 286483 h 2578346"/>
              <a:gd name="connsiteX14" fmla="*/ 5156691 w 6875588"/>
              <a:gd name="connsiteY14" fmla="*/ 286483 h 2578346"/>
              <a:gd name="connsiteX15" fmla="*/ 5156691 w 6875588"/>
              <a:gd name="connsiteY15" fmla="*/ 1432414 h 2578346"/>
              <a:gd name="connsiteX16" fmla="*/ 5729657 w 6875588"/>
              <a:gd name="connsiteY16" fmla="*/ 1432414 h 2578346"/>
              <a:gd name="connsiteX17" fmla="*/ 5729657 w 6875588"/>
              <a:gd name="connsiteY17" fmla="*/ 859449 h 2578346"/>
              <a:gd name="connsiteX18" fmla="*/ 6302622 w 6875588"/>
              <a:gd name="connsiteY18" fmla="*/ 859449 h 2578346"/>
              <a:gd name="connsiteX19" fmla="*/ 6302622 w 6875588"/>
              <a:gd name="connsiteY19" fmla="*/ 286483 h 2578346"/>
              <a:gd name="connsiteX20" fmla="*/ 6875588 w 6875588"/>
              <a:gd name="connsiteY20" fmla="*/ 286483 h 2578346"/>
              <a:gd name="connsiteX21" fmla="*/ 6875588 w 6875588"/>
              <a:gd name="connsiteY21" fmla="*/ 2005380 h 2578346"/>
              <a:gd name="connsiteX22" fmla="*/ 5156691 w 6875588"/>
              <a:gd name="connsiteY22" fmla="*/ 2005380 h 2578346"/>
              <a:gd name="connsiteX23" fmla="*/ 5156691 w 6875588"/>
              <a:gd name="connsiteY23" fmla="*/ 2578346 h 2578346"/>
              <a:gd name="connsiteX0" fmla="*/ 1145931 w 6875588"/>
              <a:gd name="connsiteY0" fmla="*/ 0 h 2578346"/>
              <a:gd name="connsiteX1" fmla="*/ 1145931 w 6875588"/>
              <a:gd name="connsiteY1" fmla="*/ 286483 h 2578346"/>
              <a:gd name="connsiteX2" fmla="*/ 0 w 6875588"/>
              <a:gd name="connsiteY2" fmla="*/ 286483 h 2578346"/>
              <a:gd name="connsiteX3" fmla="*/ 0 w 6875588"/>
              <a:gd name="connsiteY3" fmla="*/ 2005380 h 2578346"/>
              <a:gd name="connsiteX4" fmla="*/ 1145931 w 6875588"/>
              <a:gd name="connsiteY4" fmla="*/ 2005380 h 2578346"/>
              <a:gd name="connsiteX5" fmla="*/ 1145931 w 6875588"/>
              <a:gd name="connsiteY5" fmla="*/ 2578346 h 2578346"/>
              <a:gd name="connsiteX6" fmla="*/ 1718897 w 6875588"/>
              <a:gd name="connsiteY6" fmla="*/ 2578346 h 2578346"/>
              <a:gd name="connsiteX7" fmla="*/ 1718897 w 6875588"/>
              <a:gd name="connsiteY7" fmla="*/ 1432414 h 2578346"/>
              <a:gd name="connsiteX8" fmla="*/ 2291863 w 6875588"/>
              <a:gd name="connsiteY8" fmla="*/ 1432414 h 2578346"/>
              <a:gd name="connsiteX9" fmla="*/ 2291863 w 6875588"/>
              <a:gd name="connsiteY9" fmla="*/ 286483 h 2578346"/>
              <a:gd name="connsiteX10" fmla="*/ 2864828 w 6875588"/>
              <a:gd name="connsiteY10" fmla="*/ 286483 h 2578346"/>
              <a:gd name="connsiteX11" fmla="*/ 2864828 w 6875588"/>
              <a:gd name="connsiteY11" fmla="*/ 859449 h 2578346"/>
              <a:gd name="connsiteX12" fmla="*/ 3437794 w 6875588"/>
              <a:gd name="connsiteY12" fmla="*/ 859449 h 2578346"/>
              <a:gd name="connsiteX13" fmla="*/ 3437794 w 6875588"/>
              <a:gd name="connsiteY13" fmla="*/ 286483 h 2578346"/>
              <a:gd name="connsiteX14" fmla="*/ 5156691 w 6875588"/>
              <a:gd name="connsiteY14" fmla="*/ 286483 h 2578346"/>
              <a:gd name="connsiteX15" fmla="*/ 5156691 w 6875588"/>
              <a:gd name="connsiteY15" fmla="*/ 1432414 h 2578346"/>
              <a:gd name="connsiteX16" fmla="*/ 5729657 w 6875588"/>
              <a:gd name="connsiteY16" fmla="*/ 1432414 h 2578346"/>
              <a:gd name="connsiteX17" fmla="*/ 5729657 w 6875588"/>
              <a:gd name="connsiteY17" fmla="*/ 859449 h 2578346"/>
              <a:gd name="connsiteX18" fmla="*/ 6302622 w 6875588"/>
              <a:gd name="connsiteY18" fmla="*/ 859449 h 2578346"/>
              <a:gd name="connsiteX19" fmla="*/ 6302622 w 6875588"/>
              <a:gd name="connsiteY19" fmla="*/ 286483 h 2578346"/>
              <a:gd name="connsiteX20" fmla="*/ 6875588 w 6875588"/>
              <a:gd name="connsiteY20" fmla="*/ 286483 h 2578346"/>
              <a:gd name="connsiteX21" fmla="*/ 6875588 w 6875588"/>
              <a:gd name="connsiteY21" fmla="*/ 2005380 h 2578346"/>
              <a:gd name="connsiteX22" fmla="*/ 5156691 w 6875588"/>
              <a:gd name="connsiteY22" fmla="*/ 2005380 h 2578346"/>
              <a:gd name="connsiteX0" fmla="*/ 1145931 w 6875588"/>
              <a:gd name="connsiteY0" fmla="*/ 0 h 2578346"/>
              <a:gd name="connsiteX1" fmla="*/ 1145931 w 6875588"/>
              <a:gd name="connsiteY1" fmla="*/ 286483 h 2578346"/>
              <a:gd name="connsiteX2" fmla="*/ 0 w 6875588"/>
              <a:gd name="connsiteY2" fmla="*/ 286483 h 2578346"/>
              <a:gd name="connsiteX3" fmla="*/ 0 w 6875588"/>
              <a:gd name="connsiteY3" fmla="*/ 2005380 h 2578346"/>
              <a:gd name="connsiteX4" fmla="*/ 1145931 w 6875588"/>
              <a:gd name="connsiteY4" fmla="*/ 2005380 h 2578346"/>
              <a:gd name="connsiteX5" fmla="*/ 1145931 w 6875588"/>
              <a:gd name="connsiteY5" fmla="*/ 2578346 h 2578346"/>
              <a:gd name="connsiteX6" fmla="*/ 1718897 w 6875588"/>
              <a:gd name="connsiteY6" fmla="*/ 2578346 h 2578346"/>
              <a:gd name="connsiteX7" fmla="*/ 1718897 w 6875588"/>
              <a:gd name="connsiteY7" fmla="*/ 1432414 h 2578346"/>
              <a:gd name="connsiteX8" fmla="*/ 2291863 w 6875588"/>
              <a:gd name="connsiteY8" fmla="*/ 1432414 h 2578346"/>
              <a:gd name="connsiteX9" fmla="*/ 2291863 w 6875588"/>
              <a:gd name="connsiteY9" fmla="*/ 286483 h 2578346"/>
              <a:gd name="connsiteX10" fmla="*/ 2864828 w 6875588"/>
              <a:gd name="connsiteY10" fmla="*/ 286483 h 2578346"/>
              <a:gd name="connsiteX11" fmla="*/ 2864828 w 6875588"/>
              <a:gd name="connsiteY11" fmla="*/ 859449 h 2578346"/>
              <a:gd name="connsiteX12" fmla="*/ 3437794 w 6875588"/>
              <a:gd name="connsiteY12" fmla="*/ 859449 h 2578346"/>
              <a:gd name="connsiteX13" fmla="*/ 3437794 w 6875588"/>
              <a:gd name="connsiteY13" fmla="*/ 286483 h 2578346"/>
              <a:gd name="connsiteX14" fmla="*/ 5156691 w 6875588"/>
              <a:gd name="connsiteY14" fmla="*/ 286483 h 2578346"/>
              <a:gd name="connsiteX15" fmla="*/ 5156691 w 6875588"/>
              <a:gd name="connsiteY15" fmla="*/ 1432414 h 2578346"/>
              <a:gd name="connsiteX16" fmla="*/ 5729657 w 6875588"/>
              <a:gd name="connsiteY16" fmla="*/ 1432414 h 2578346"/>
              <a:gd name="connsiteX17" fmla="*/ 5729657 w 6875588"/>
              <a:gd name="connsiteY17" fmla="*/ 859449 h 2578346"/>
              <a:gd name="connsiteX18" fmla="*/ 6302622 w 6875588"/>
              <a:gd name="connsiteY18" fmla="*/ 859449 h 2578346"/>
              <a:gd name="connsiteX19" fmla="*/ 6302622 w 6875588"/>
              <a:gd name="connsiteY19" fmla="*/ 286483 h 2578346"/>
              <a:gd name="connsiteX20" fmla="*/ 6875588 w 6875588"/>
              <a:gd name="connsiteY20" fmla="*/ 286483 h 2578346"/>
              <a:gd name="connsiteX21" fmla="*/ 6875588 w 6875588"/>
              <a:gd name="connsiteY21" fmla="*/ 2005380 h 2578346"/>
              <a:gd name="connsiteX0" fmla="*/ 1145931 w 6875588"/>
              <a:gd name="connsiteY0" fmla="*/ 0 h 2578346"/>
              <a:gd name="connsiteX1" fmla="*/ 1145931 w 6875588"/>
              <a:gd name="connsiteY1" fmla="*/ 286483 h 2578346"/>
              <a:gd name="connsiteX2" fmla="*/ 0 w 6875588"/>
              <a:gd name="connsiteY2" fmla="*/ 286483 h 2578346"/>
              <a:gd name="connsiteX3" fmla="*/ 0 w 6875588"/>
              <a:gd name="connsiteY3" fmla="*/ 2005380 h 2578346"/>
              <a:gd name="connsiteX4" fmla="*/ 1145931 w 6875588"/>
              <a:gd name="connsiteY4" fmla="*/ 2005380 h 2578346"/>
              <a:gd name="connsiteX5" fmla="*/ 1145931 w 6875588"/>
              <a:gd name="connsiteY5" fmla="*/ 2578346 h 2578346"/>
              <a:gd name="connsiteX6" fmla="*/ 1718897 w 6875588"/>
              <a:gd name="connsiteY6" fmla="*/ 2578346 h 2578346"/>
              <a:gd name="connsiteX7" fmla="*/ 1718897 w 6875588"/>
              <a:gd name="connsiteY7" fmla="*/ 1432414 h 2578346"/>
              <a:gd name="connsiteX8" fmla="*/ 2291863 w 6875588"/>
              <a:gd name="connsiteY8" fmla="*/ 1432414 h 2578346"/>
              <a:gd name="connsiteX9" fmla="*/ 2291863 w 6875588"/>
              <a:gd name="connsiteY9" fmla="*/ 286483 h 2578346"/>
              <a:gd name="connsiteX10" fmla="*/ 2864828 w 6875588"/>
              <a:gd name="connsiteY10" fmla="*/ 286483 h 2578346"/>
              <a:gd name="connsiteX11" fmla="*/ 2864828 w 6875588"/>
              <a:gd name="connsiteY11" fmla="*/ 859449 h 2578346"/>
              <a:gd name="connsiteX12" fmla="*/ 3437794 w 6875588"/>
              <a:gd name="connsiteY12" fmla="*/ 859449 h 2578346"/>
              <a:gd name="connsiteX13" fmla="*/ 3437794 w 6875588"/>
              <a:gd name="connsiteY13" fmla="*/ 286483 h 2578346"/>
              <a:gd name="connsiteX14" fmla="*/ 5156691 w 6875588"/>
              <a:gd name="connsiteY14" fmla="*/ 286483 h 2578346"/>
              <a:gd name="connsiteX15" fmla="*/ 5156691 w 6875588"/>
              <a:gd name="connsiteY15" fmla="*/ 1432414 h 2578346"/>
              <a:gd name="connsiteX16" fmla="*/ 5729657 w 6875588"/>
              <a:gd name="connsiteY16" fmla="*/ 1432414 h 2578346"/>
              <a:gd name="connsiteX17" fmla="*/ 5729657 w 6875588"/>
              <a:gd name="connsiteY17" fmla="*/ 859449 h 2578346"/>
              <a:gd name="connsiteX18" fmla="*/ 6302622 w 6875588"/>
              <a:gd name="connsiteY18" fmla="*/ 859449 h 2578346"/>
              <a:gd name="connsiteX19" fmla="*/ 6302622 w 6875588"/>
              <a:gd name="connsiteY19" fmla="*/ 286483 h 2578346"/>
              <a:gd name="connsiteX20" fmla="*/ 6875588 w 6875588"/>
              <a:gd name="connsiteY20" fmla="*/ 286483 h 2578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875588" h="2578346">
                <a:moveTo>
                  <a:pt x="1145931" y="0"/>
                </a:moveTo>
                <a:lnTo>
                  <a:pt x="1145931" y="286483"/>
                </a:lnTo>
                <a:lnTo>
                  <a:pt x="0" y="286483"/>
                </a:lnTo>
                <a:lnTo>
                  <a:pt x="0" y="2005380"/>
                </a:lnTo>
                <a:lnTo>
                  <a:pt x="1145931" y="2005380"/>
                </a:lnTo>
                <a:lnTo>
                  <a:pt x="1145931" y="2578346"/>
                </a:lnTo>
                <a:lnTo>
                  <a:pt x="1718897" y="2578346"/>
                </a:lnTo>
                <a:lnTo>
                  <a:pt x="1718897" y="1432414"/>
                </a:lnTo>
                <a:lnTo>
                  <a:pt x="2291863" y="1432414"/>
                </a:lnTo>
                <a:lnTo>
                  <a:pt x="2291863" y="286483"/>
                </a:lnTo>
                <a:lnTo>
                  <a:pt x="2864828" y="286483"/>
                </a:lnTo>
                <a:lnTo>
                  <a:pt x="2864828" y="859449"/>
                </a:lnTo>
                <a:lnTo>
                  <a:pt x="3437794" y="859449"/>
                </a:lnTo>
                <a:lnTo>
                  <a:pt x="3437794" y="286483"/>
                </a:lnTo>
                <a:lnTo>
                  <a:pt x="5156691" y="286483"/>
                </a:lnTo>
                <a:lnTo>
                  <a:pt x="5156691" y="1432414"/>
                </a:lnTo>
                <a:lnTo>
                  <a:pt x="5729657" y="1432414"/>
                </a:lnTo>
                <a:lnTo>
                  <a:pt x="5729657" y="859449"/>
                </a:lnTo>
                <a:lnTo>
                  <a:pt x="6302622" y="859449"/>
                </a:lnTo>
                <a:lnTo>
                  <a:pt x="6302622" y="286483"/>
                </a:lnTo>
                <a:lnTo>
                  <a:pt x="6875588" y="286483"/>
                </a:lnTo>
              </a:path>
            </a:pathLst>
          </a:custGeom>
          <a:noFill/>
          <a:ln w="71614" cap="sq">
            <a:solidFill>
              <a:srgbClr val="FF0000"/>
            </a:solidFill>
            <a:prstDash val="sysDot"/>
            <a:round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842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6EE1B1B3-B336-4640-AEBC-CDE11E1BD096}"/>
              </a:ext>
            </a:extLst>
          </p:cNvPr>
          <p:cNvSpPr/>
          <p:nvPr/>
        </p:nvSpPr>
        <p:spPr>
          <a:xfrm>
            <a:off x="4798607" y="495826"/>
            <a:ext cx="6875588" cy="3724277"/>
          </a:xfrm>
          <a:custGeom>
            <a:avLst/>
            <a:gdLst>
              <a:gd name="connsiteX0" fmla="*/ 1145931 w 6875587"/>
              <a:gd name="connsiteY0" fmla="*/ 0 h 5729656"/>
              <a:gd name="connsiteX1" fmla="*/ 1145931 w 6875587"/>
              <a:gd name="connsiteY1" fmla="*/ 286483 h 5729656"/>
              <a:gd name="connsiteX2" fmla="*/ 0 w 6875587"/>
              <a:gd name="connsiteY2" fmla="*/ 286483 h 5729656"/>
              <a:gd name="connsiteX3" fmla="*/ 0 w 6875587"/>
              <a:gd name="connsiteY3" fmla="*/ 2005380 h 5729656"/>
              <a:gd name="connsiteX4" fmla="*/ 1145931 w 6875587"/>
              <a:gd name="connsiteY4" fmla="*/ 2005380 h 5729656"/>
              <a:gd name="connsiteX5" fmla="*/ 1145931 w 6875587"/>
              <a:gd name="connsiteY5" fmla="*/ 2578346 h 5729656"/>
              <a:gd name="connsiteX6" fmla="*/ 1718897 w 6875587"/>
              <a:gd name="connsiteY6" fmla="*/ 2578346 h 5729656"/>
              <a:gd name="connsiteX7" fmla="*/ 1718897 w 6875587"/>
              <a:gd name="connsiteY7" fmla="*/ 1432414 h 5729656"/>
              <a:gd name="connsiteX8" fmla="*/ 2291863 w 6875587"/>
              <a:gd name="connsiteY8" fmla="*/ 1432414 h 5729656"/>
              <a:gd name="connsiteX9" fmla="*/ 2291863 w 6875587"/>
              <a:gd name="connsiteY9" fmla="*/ 286483 h 5729656"/>
              <a:gd name="connsiteX10" fmla="*/ 2864828 w 6875587"/>
              <a:gd name="connsiteY10" fmla="*/ 286483 h 5729656"/>
              <a:gd name="connsiteX11" fmla="*/ 2864828 w 6875587"/>
              <a:gd name="connsiteY11" fmla="*/ 859449 h 5729656"/>
              <a:gd name="connsiteX12" fmla="*/ 3437794 w 6875587"/>
              <a:gd name="connsiteY12" fmla="*/ 859449 h 5729656"/>
              <a:gd name="connsiteX13" fmla="*/ 3437794 w 6875587"/>
              <a:gd name="connsiteY13" fmla="*/ 286483 h 5729656"/>
              <a:gd name="connsiteX14" fmla="*/ 5156691 w 6875587"/>
              <a:gd name="connsiteY14" fmla="*/ 286483 h 5729656"/>
              <a:gd name="connsiteX15" fmla="*/ 5156691 w 6875587"/>
              <a:gd name="connsiteY15" fmla="*/ 1432414 h 5729656"/>
              <a:gd name="connsiteX16" fmla="*/ 5729657 w 6875587"/>
              <a:gd name="connsiteY16" fmla="*/ 1432414 h 5729656"/>
              <a:gd name="connsiteX17" fmla="*/ 5729657 w 6875587"/>
              <a:gd name="connsiteY17" fmla="*/ 859449 h 5729656"/>
              <a:gd name="connsiteX18" fmla="*/ 6302622 w 6875587"/>
              <a:gd name="connsiteY18" fmla="*/ 859449 h 5729656"/>
              <a:gd name="connsiteX19" fmla="*/ 6302622 w 6875587"/>
              <a:gd name="connsiteY19" fmla="*/ 286483 h 5729656"/>
              <a:gd name="connsiteX20" fmla="*/ 6875588 w 6875587"/>
              <a:gd name="connsiteY20" fmla="*/ 286483 h 5729656"/>
              <a:gd name="connsiteX21" fmla="*/ 6875588 w 6875587"/>
              <a:gd name="connsiteY21" fmla="*/ 2005380 h 5729656"/>
              <a:gd name="connsiteX22" fmla="*/ 5156691 w 6875587"/>
              <a:gd name="connsiteY22" fmla="*/ 2005380 h 5729656"/>
              <a:gd name="connsiteX23" fmla="*/ 5156691 w 6875587"/>
              <a:gd name="connsiteY23" fmla="*/ 2578346 h 5729656"/>
              <a:gd name="connsiteX24" fmla="*/ 4583725 w 6875587"/>
              <a:gd name="connsiteY24" fmla="*/ 2578346 h 5729656"/>
              <a:gd name="connsiteX25" fmla="*/ 4583725 w 6875587"/>
              <a:gd name="connsiteY25" fmla="*/ 3151311 h 5729656"/>
              <a:gd name="connsiteX26" fmla="*/ 4010760 w 6875587"/>
              <a:gd name="connsiteY26" fmla="*/ 3151311 h 5729656"/>
              <a:gd name="connsiteX27" fmla="*/ 4010760 w 6875587"/>
              <a:gd name="connsiteY27" fmla="*/ 3724277 h 5729656"/>
              <a:gd name="connsiteX28" fmla="*/ 5156691 w 6875587"/>
              <a:gd name="connsiteY28" fmla="*/ 3724277 h 5729656"/>
              <a:gd name="connsiteX29" fmla="*/ 5156691 w 6875587"/>
              <a:gd name="connsiteY29" fmla="*/ 3151311 h 5729656"/>
              <a:gd name="connsiteX30" fmla="*/ 5729657 w 6875587"/>
              <a:gd name="connsiteY30" fmla="*/ 3151311 h 5729656"/>
              <a:gd name="connsiteX31" fmla="*/ 5729657 w 6875587"/>
              <a:gd name="connsiteY31" fmla="*/ 2578346 h 5729656"/>
              <a:gd name="connsiteX32" fmla="*/ 6875588 w 6875587"/>
              <a:gd name="connsiteY32" fmla="*/ 2578346 h 5729656"/>
              <a:gd name="connsiteX33" fmla="*/ 6875588 w 6875587"/>
              <a:gd name="connsiteY33" fmla="*/ 3724277 h 5729656"/>
              <a:gd name="connsiteX34" fmla="*/ 5729657 w 6875587"/>
              <a:gd name="connsiteY34" fmla="*/ 3724277 h 5729656"/>
              <a:gd name="connsiteX35" fmla="*/ 5729657 w 6875587"/>
              <a:gd name="connsiteY35" fmla="*/ 4870208 h 5729656"/>
              <a:gd name="connsiteX36" fmla="*/ 5156691 w 6875587"/>
              <a:gd name="connsiteY36" fmla="*/ 4870208 h 5729656"/>
              <a:gd name="connsiteX37" fmla="*/ 5156691 w 6875587"/>
              <a:gd name="connsiteY37" fmla="*/ 4297243 h 5729656"/>
              <a:gd name="connsiteX38" fmla="*/ 2864828 w 6875587"/>
              <a:gd name="connsiteY38" fmla="*/ 4297243 h 5729656"/>
              <a:gd name="connsiteX39" fmla="*/ 2864828 w 6875587"/>
              <a:gd name="connsiteY39" fmla="*/ 4870208 h 5729656"/>
              <a:gd name="connsiteX40" fmla="*/ 4010760 w 6875587"/>
              <a:gd name="connsiteY40" fmla="*/ 4870208 h 5729656"/>
              <a:gd name="connsiteX41" fmla="*/ 4010760 w 6875587"/>
              <a:gd name="connsiteY41" fmla="*/ 5443174 h 5729656"/>
              <a:gd name="connsiteX42" fmla="*/ 1718897 w 6875587"/>
              <a:gd name="connsiteY42" fmla="*/ 5443174 h 5729656"/>
              <a:gd name="connsiteX43" fmla="*/ 1718897 w 6875587"/>
              <a:gd name="connsiteY43" fmla="*/ 5729657 h 5729656"/>
              <a:gd name="connsiteX0" fmla="*/ 1145931 w 6875588"/>
              <a:gd name="connsiteY0" fmla="*/ 0 h 5729657"/>
              <a:gd name="connsiteX1" fmla="*/ 1145931 w 6875588"/>
              <a:gd name="connsiteY1" fmla="*/ 286483 h 5729657"/>
              <a:gd name="connsiteX2" fmla="*/ 0 w 6875588"/>
              <a:gd name="connsiteY2" fmla="*/ 286483 h 5729657"/>
              <a:gd name="connsiteX3" fmla="*/ 0 w 6875588"/>
              <a:gd name="connsiteY3" fmla="*/ 2005380 h 5729657"/>
              <a:gd name="connsiteX4" fmla="*/ 1145931 w 6875588"/>
              <a:gd name="connsiteY4" fmla="*/ 2005380 h 5729657"/>
              <a:gd name="connsiteX5" fmla="*/ 1145931 w 6875588"/>
              <a:gd name="connsiteY5" fmla="*/ 2578346 h 5729657"/>
              <a:gd name="connsiteX6" fmla="*/ 1718897 w 6875588"/>
              <a:gd name="connsiteY6" fmla="*/ 2578346 h 5729657"/>
              <a:gd name="connsiteX7" fmla="*/ 1718897 w 6875588"/>
              <a:gd name="connsiteY7" fmla="*/ 1432414 h 5729657"/>
              <a:gd name="connsiteX8" fmla="*/ 2291863 w 6875588"/>
              <a:gd name="connsiteY8" fmla="*/ 1432414 h 5729657"/>
              <a:gd name="connsiteX9" fmla="*/ 2291863 w 6875588"/>
              <a:gd name="connsiteY9" fmla="*/ 286483 h 5729657"/>
              <a:gd name="connsiteX10" fmla="*/ 2864828 w 6875588"/>
              <a:gd name="connsiteY10" fmla="*/ 286483 h 5729657"/>
              <a:gd name="connsiteX11" fmla="*/ 2864828 w 6875588"/>
              <a:gd name="connsiteY11" fmla="*/ 859449 h 5729657"/>
              <a:gd name="connsiteX12" fmla="*/ 3437794 w 6875588"/>
              <a:gd name="connsiteY12" fmla="*/ 859449 h 5729657"/>
              <a:gd name="connsiteX13" fmla="*/ 3437794 w 6875588"/>
              <a:gd name="connsiteY13" fmla="*/ 286483 h 5729657"/>
              <a:gd name="connsiteX14" fmla="*/ 5156691 w 6875588"/>
              <a:gd name="connsiteY14" fmla="*/ 286483 h 5729657"/>
              <a:gd name="connsiteX15" fmla="*/ 5156691 w 6875588"/>
              <a:gd name="connsiteY15" fmla="*/ 1432414 h 5729657"/>
              <a:gd name="connsiteX16" fmla="*/ 5729657 w 6875588"/>
              <a:gd name="connsiteY16" fmla="*/ 1432414 h 5729657"/>
              <a:gd name="connsiteX17" fmla="*/ 5729657 w 6875588"/>
              <a:gd name="connsiteY17" fmla="*/ 859449 h 5729657"/>
              <a:gd name="connsiteX18" fmla="*/ 6302622 w 6875588"/>
              <a:gd name="connsiteY18" fmla="*/ 859449 h 5729657"/>
              <a:gd name="connsiteX19" fmla="*/ 6302622 w 6875588"/>
              <a:gd name="connsiteY19" fmla="*/ 286483 h 5729657"/>
              <a:gd name="connsiteX20" fmla="*/ 6875588 w 6875588"/>
              <a:gd name="connsiteY20" fmla="*/ 286483 h 5729657"/>
              <a:gd name="connsiteX21" fmla="*/ 6875588 w 6875588"/>
              <a:gd name="connsiteY21" fmla="*/ 2005380 h 5729657"/>
              <a:gd name="connsiteX22" fmla="*/ 5156691 w 6875588"/>
              <a:gd name="connsiteY22" fmla="*/ 2005380 h 5729657"/>
              <a:gd name="connsiteX23" fmla="*/ 5156691 w 6875588"/>
              <a:gd name="connsiteY23" fmla="*/ 2578346 h 5729657"/>
              <a:gd name="connsiteX24" fmla="*/ 4583725 w 6875588"/>
              <a:gd name="connsiteY24" fmla="*/ 2578346 h 5729657"/>
              <a:gd name="connsiteX25" fmla="*/ 4583725 w 6875588"/>
              <a:gd name="connsiteY25" fmla="*/ 3151311 h 5729657"/>
              <a:gd name="connsiteX26" fmla="*/ 4010760 w 6875588"/>
              <a:gd name="connsiteY26" fmla="*/ 3151311 h 5729657"/>
              <a:gd name="connsiteX27" fmla="*/ 4010760 w 6875588"/>
              <a:gd name="connsiteY27" fmla="*/ 3724277 h 5729657"/>
              <a:gd name="connsiteX28" fmla="*/ 5156691 w 6875588"/>
              <a:gd name="connsiteY28" fmla="*/ 3724277 h 5729657"/>
              <a:gd name="connsiteX29" fmla="*/ 5729657 w 6875588"/>
              <a:gd name="connsiteY29" fmla="*/ 3151311 h 5729657"/>
              <a:gd name="connsiteX30" fmla="*/ 5729657 w 6875588"/>
              <a:gd name="connsiteY30" fmla="*/ 2578346 h 5729657"/>
              <a:gd name="connsiteX31" fmla="*/ 6875588 w 6875588"/>
              <a:gd name="connsiteY31" fmla="*/ 2578346 h 5729657"/>
              <a:gd name="connsiteX32" fmla="*/ 6875588 w 6875588"/>
              <a:gd name="connsiteY32" fmla="*/ 3724277 h 5729657"/>
              <a:gd name="connsiteX33" fmla="*/ 5729657 w 6875588"/>
              <a:gd name="connsiteY33" fmla="*/ 3724277 h 5729657"/>
              <a:gd name="connsiteX34" fmla="*/ 5729657 w 6875588"/>
              <a:gd name="connsiteY34" fmla="*/ 4870208 h 5729657"/>
              <a:gd name="connsiteX35" fmla="*/ 5156691 w 6875588"/>
              <a:gd name="connsiteY35" fmla="*/ 4870208 h 5729657"/>
              <a:gd name="connsiteX36" fmla="*/ 5156691 w 6875588"/>
              <a:gd name="connsiteY36" fmla="*/ 4297243 h 5729657"/>
              <a:gd name="connsiteX37" fmla="*/ 2864828 w 6875588"/>
              <a:gd name="connsiteY37" fmla="*/ 4297243 h 5729657"/>
              <a:gd name="connsiteX38" fmla="*/ 2864828 w 6875588"/>
              <a:gd name="connsiteY38" fmla="*/ 4870208 h 5729657"/>
              <a:gd name="connsiteX39" fmla="*/ 4010760 w 6875588"/>
              <a:gd name="connsiteY39" fmla="*/ 4870208 h 5729657"/>
              <a:gd name="connsiteX40" fmla="*/ 4010760 w 6875588"/>
              <a:gd name="connsiteY40" fmla="*/ 5443174 h 5729657"/>
              <a:gd name="connsiteX41" fmla="*/ 1718897 w 6875588"/>
              <a:gd name="connsiteY41" fmla="*/ 5443174 h 5729657"/>
              <a:gd name="connsiteX42" fmla="*/ 1718897 w 6875588"/>
              <a:gd name="connsiteY42" fmla="*/ 5729657 h 5729657"/>
              <a:gd name="connsiteX0" fmla="*/ 1145931 w 6875588"/>
              <a:gd name="connsiteY0" fmla="*/ 0 h 5443174"/>
              <a:gd name="connsiteX1" fmla="*/ 1145931 w 6875588"/>
              <a:gd name="connsiteY1" fmla="*/ 286483 h 5443174"/>
              <a:gd name="connsiteX2" fmla="*/ 0 w 6875588"/>
              <a:gd name="connsiteY2" fmla="*/ 286483 h 5443174"/>
              <a:gd name="connsiteX3" fmla="*/ 0 w 6875588"/>
              <a:gd name="connsiteY3" fmla="*/ 2005380 h 5443174"/>
              <a:gd name="connsiteX4" fmla="*/ 1145931 w 6875588"/>
              <a:gd name="connsiteY4" fmla="*/ 2005380 h 5443174"/>
              <a:gd name="connsiteX5" fmla="*/ 1145931 w 6875588"/>
              <a:gd name="connsiteY5" fmla="*/ 2578346 h 5443174"/>
              <a:gd name="connsiteX6" fmla="*/ 1718897 w 6875588"/>
              <a:gd name="connsiteY6" fmla="*/ 2578346 h 5443174"/>
              <a:gd name="connsiteX7" fmla="*/ 1718897 w 6875588"/>
              <a:gd name="connsiteY7" fmla="*/ 1432414 h 5443174"/>
              <a:gd name="connsiteX8" fmla="*/ 2291863 w 6875588"/>
              <a:gd name="connsiteY8" fmla="*/ 1432414 h 5443174"/>
              <a:gd name="connsiteX9" fmla="*/ 2291863 w 6875588"/>
              <a:gd name="connsiteY9" fmla="*/ 286483 h 5443174"/>
              <a:gd name="connsiteX10" fmla="*/ 2864828 w 6875588"/>
              <a:gd name="connsiteY10" fmla="*/ 286483 h 5443174"/>
              <a:gd name="connsiteX11" fmla="*/ 2864828 w 6875588"/>
              <a:gd name="connsiteY11" fmla="*/ 859449 h 5443174"/>
              <a:gd name="connsiteX12" fmla="*/ 3437794 w 6875588"/>
              <a:gd name="connsiteY12" fmla="*/ 859449 h 5443174"/>
              <a:gd name="connsiteX13" fmla="*/ 3437794 w 6875588"/>
              <a:gd name="connsiteY13" fmla="*/ 286483 h 5443174"/>
              <a:gd name="connsiteX14" fmla="*/ 5156691 w 6875588"/>
              <a:gd name="connsiteY14" fmla="*/ 286483 h 5443174"/>
              <a:gd name="connsiteX15" fmla="*/ 5156691 w 6875588"/>
              <a:gd name="connsiteY15" fmla="*/ 1432414 h 5443174"/>
              <a:gd name="connsiteX16" fmla="*/ 5729657 w 6875588"/>
              <a:gd name="connsiteY16" fmla="*/ 1432414 h 5443174"/>
              <a:gd name="connsiteX17" fmla="*/ 5729657 w 6875588"/>
              <a:gd name="connsiteY17" fmla="*/ 859449 h 5443174"/>
              <a:gd name="connsiteX18" fmla="*/ 6302622 w 6875588"/>
              <a:gd name="connsiteY18" fmla="*/ 859449 h 5443174"/>
              <a:gd name="connsiteX19" fmla="*/ 6302622 w 6875588"/>
              <a:gd name="connsiteY19" fmla="*/ 286483 h 5443174"/>
              <a:gd name="connsiteX20" fmla="*/ 6875588 w 6875588"/>
              <a:gd name="connsiteY20" fmla="*/ 286483 h 5443174"/>
              <a:gd name="connsiteX21" fmla="*/ 6875588 w 6875588"/>
              <a:gd name="connsiteY21" fmla="*/ 2005380 h 5443174"/>
              <a:gd name="connsiteX22" fmla="*/ 5156691 w 6875588"/>
              <a:gd name="connsiteY22" fmla="*/ 2005380 h 5443174"/>
              <a:gd name="connsiteX23" fmla="*/ 5156691 w 6875588"/>
              <a:gd name="connsiteY23" fmla="*/ 2578346 h 5443174"/>
              <a:gd name="connsiteX24" fmla="*/ 4583725 w 6875588"/>
              <a:gd name="connsiteY24" fmla="*/ 2578346 h 5443174"/>
              <a:gd name="connsiteX25" fmla="*/ 4583725 w 6875588"/>
              <a:gd name="connsiteY25" fmla="*/ 3151311 h 5443174"/>
              <a:gd name="connsiteX26" fmla="*/ 4010760 w 6875588"/>
              <a:gd name="connsiteY26" fmla="*/ 3151311 h 5443174"/>
              <a:gd name="connsiteX27" fmla="*/ 4010760 w 6875588"/>
              <a:gd name="connsiteY27" fmla="*/ 3724277 h 5443174"/>
              <a:gd name="connsiteX28" fmla="*/ 5156691 w 6875588"/>
              <a:gd name="connsiteY28" fmla="*/ 3724277 h 5443174"/>
              <a:gd name="connsiteX29" fmla="*/ 5729657 w 6875588"/>
              <a:gd name="connsiteY29" fmla="*/ 3151311 h 5443174"/>
              <a:gd name="connsiteX30" fmla="*/ 5729657 w 6875588"/>
              <a:gd name="connsiteY30" fmla="*/ 2578346 h 5443174"/>
              <a:gd name="connsiteX31" fmla="*/ 6875588 w 6875588"/>
              <a:gd name="connsiteY31" fmla="*/ 2578346 h 5443174"/>
              <a:gd name="connsiteX32" fmla="*/ 6875588 w 6875588"/>
              <a:gd name="connsiteY32" fmla="*/ 3724277 h 5443174"/>
              <a:gd name="connsiteX33" fmla="*/ 5729657 w 6875588"/>
              <a:gd name="connsiteY33" fmla="*/ 3724277 h 5443174"/>
              <a:gd name="connsiteX34" fmla="*/ 5729657 w 6875588"/>
              <a:gd name="connsiteY34" fmla="*/ 4870208 h 5443174"/>
              <a:gd name="connsiteX35" fmla="*/ 5156691 w 6875588"/>
              <a:gd name="connsiteY35" fmla="*/ 4870208 h 5443174"/>
              <a:gd name="connsiteX36" fmla="*/ 5156691 w 6875588"/>
              <a:gd name="connsiteY36" fmla="*/ 4297243 h 5443174"/>
              <a:gd name="connsiteX37" fmla="*/ 2864828 w 6875588"/>
              <a:gd name="connsiteY37" fmla="*/ 4297243 h 5443174"/>
              <a:gd name="connsiteX38" fmla="*/ 2864828 w 6875588"/>
              <a:gd name="connsiteY38" fmla="*/ 4870208 h 5443174"/>
              <a:gd name="connsiteX39" fmla="*/ 4010760 w 6875588"/>
              <a:gd name="connsiteY39" fmla="*/ 4870208 h 5443174"/>
              <a:gd name="connsiteX40" fmla="*/ 4010760 w 6875588"/>
              <a:gd name="connsiteY40" fmla="*/ 5443174 h 5443174"/>
              <a:gd name="connsiteX41" fmla="*/ 1718897 w 6875588"/>
              <a:gd name="connsiteY41" fmla="*/ 5443174 h 5443174"/>
              <a:gd name="connsiteX0" fmla="*/ 1145931 w 6875588"/>
              <a:gd name="connsiteY0" fmla="*/ 0 h 5443174"/>
              <a:gd name="connsiteX1" fmla="*/ 1145931 w 6875588"/>
              <a:gd name="connsiteY1" fmla="*/ 286483 h 5443174"/>
              <a:gd name="connsiteX2" fmla="*/ 0 w 6875588"/>
              <a:gd name="connsiteY2" fmla="*/ 286483 h 5443174"/>
              <a:gd name="connsiteX3" fmla="*/ 0 w 6875588"/>
              <a:gd name="connsiteY3" fmla="*/ 2005380 h 5443174"/>
              <a:gd name="connsiteX4" fmla="*/ 1145931 w 6875588"/>
              <a:gd name="connsiteY4" fmla="*/ 2005380 h 5443174"/>
              <a:gd name="connsiteX5" fmla="*/ 1145931 w 6875588"/>
              <a:gd name="connsiteY5" fmla="*/ 2578346 h 5443174"/>
              <a:gd name="connsiteX6" fmla="*/ 1718897 w 6875588"/>
              <a:gd name="connsiteY6" fmla="*/ 2578346 h 5443174"/>
              <a:gd name="connsiteX7" fmla="*/ 1718897 w 6875588"/>
              <a:gd name="connsiteY7" fmla="*/ 1432414 h 5443174"/>
              <a:gd name="connsiteX8" fmla="*/ 2291863 w 6875588"/>
              <a:gd name="connsiteY8" fmla="*/ 1432414 h 5443174"/>
              <a:gd name="connsiteX9" fmla="*/ 2291863 w 6875588"/>
              <a:gd name="connsiteY9" fmla="*/ 286483 h 5443174"/>
              <a:gd name="connsiteX10" fmla="*/ 2864828 w 6875588"/>
              <a:gd name="connsiteY10" fmla="*/ 286483 h 5443174"/>
              <a:gd name="connsiteX11" fmla="*/ 2864828 w 6875588"/>
              <a:gd name="connsiteY11" fmla="*/ 859449 h 5443174"/>
              <a:gd name="connsiteX12" fmla="*/ 3437794 w 6875588"/>
              <a:gd name="connsiteY12" fmla="*/ 859449 h 5443174"/>
              <a:gd name="connsiteX13" fmla="*/ 3437794 w 6875588"/>
              <a:gd name="connsiteY13" fmla="*/ 286483 h 5443174"/>
              <a:gd name="connsiteX14" fmla="*/ 5156691 w 6875588"/>
              <a:gd name="connsiteY14" fmla="*/ 286483 h 5443174"/>
              <a:gd name="connsiteX15" fmla="*/ 5156691 w 6875588"/>
              <a:gd name="connsiteY15" fmla="*/ 1432414 h 5443174"/>
              <a:gd name="connsiteX16" fmla="*/ 5729657 w 6875588"/>
              <a:gd name="connsiteY16" fmla="*/ 1432414 h 5443174"/>
              <a:gd name="connsiteX17" fmla="*/ 5729657 w 6875588"/>
              <a:gd name="connsiteY17" fmla="*/ 859449 h 5443174"/>
              <a:gd name="connsiteX18" fmla="*/ 6302622 w 6875588"/>
              <a:gd name="connsiteY18" fmla="*/ 859449 h 5443174"/>
              <a:gd name="connsiteX19" fmla="*/ 6302622 w 6875588"/>
              <a:gd name="connsiteY19" fmla="*/ 286483 h 5443174"/>
              <a:gd name="connsiteX20" fmla="*/ 6875588 w 6875588"/>
              <a:gd name="connsiteY20" fmla="*/ 286483 h 5443174"/>
              <a:gd name="connsiteX21" fmla="*/ 6875588 w 6875588"/>
              <a:gd name="connsiteY21" fmla="*/ 2005380 h 5443174"/>
              <a:gd name="connsiteX22" fmla="*/ 5156691 w 6875588"/>
              <a:gd name="connsiteY22" fmla="*/ 2005380 h 5443174"/>
              <a:gd name="connsiteX23" fmla="*/ 5156691 w 6875588"/>
              <a:gd name="connsiteY23" fmla="*/ 2578346 h 5443174"/>
              <a:gd name="connsiteX24" fmla="*/ 4583725 w 6875588"/>
              <a:gd name="connsiteY24" fmla="*/ 2578346 h 5443174"/>
              <a:gd name="connsiteX25" fmla="*/ 4583725 w 6875588"/>
              <a:gd name="connsiteY25" fmla="*/ 3151311 h 5443174"/>
              <a:gd name="connsiteX26" fmla="*/ 4010760 w 6875588"/>
              <a:gd name="connsiteY26" fmla="*/ 3151311 h 5443174"/>
              <a:gd name="connsiteX27" fmla="*/ 4010760 w 6875588"/>
              <a:gd name="connsiteY27" fmla="*/ 3724277 h 5443174"/>
              <a:gd name="connsiteX28" fmla="*/ 5156691 w 6875588"/>
              <a:gd name="connsiteY28" fmla="*/ 3724277 h 5443174"/>
              <a:gd name="connsiteX29" fmla="*/ 5729657 w 6875588"/>
              <a:gd name="connsiteY29" fmla="*/ 3151311 h 5443174"/>
              <a:gd name="connsiteX30" fmla="*/ 5729657 w 6875588"/>
              <a:gd name="connsiteY30" fmla="*/ 2578346 h 5443174"/>
              <a:gd name="connsiteX31" fmla="*/ 6875588 w 6875588"/>
              <a:gd name="connsiteY31" fmla="*/ 2578346 h 5443174"/>
              <a:gd name="connsiteX32" fmla="*/ 6875588 w 6875588"/>
              <a:gd name="connsiteY32" fmla="*/ 3724277 h 5443174"/>
              <a:gd name="connsiteX33" fmla="*/ 5729657 w 6875588"/>
              <a:gd name="connsiteY33" fmla="*/ 3724277 h 5443174"/>
              <a:gd name="connsiteX34" fmla="*/ 5729657 w 6875588"/>
              <a:gd name="connsiteY34" fmla="*/ 4870208 h 5443174"/>
              <a:gd name="connsiteX35" fmla="*/ 5156691 w 6875588"/>
              <a:gd name="connsiteY35" fmla="*/ 4870208 h 5443174"/>
              <a:gd name="connsiteX36" fmla="*/ 5156691 w 6875588"/>
              <a:gd name="connsiteY36" fmla="*/ 4297243 h 5443174"/>
              <a:gd name="connsiteX37" fmla="*/ 2864828 w 6875588"/>
              <a:gd name="connsiteY37" fmla="*/ 4297243 h 5443174"/>
              <a:gd name="connsiteX38" fmla="*/ 2864828 w 6875588"/>
              <a:gd name="connsiteY38" fmla="*/ 4870208 h 5443174"/>
              <a:gd name="connsiteX39" fmla="*/ 4010760 w 6875588"/>
              <a:gd name="connsiteY39" fmla="*/ 4870208 h 5443174"/>
              <a:gd name="connsiteX40" fmla="*/ 4010760 w 6875588"/>
              <a:gd name="connsiteY40" fmla="*/ 5443174 h 5443174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729657 w 6875588"/>
              <a:gd name="connsiteY29" fmla="*/ 3151311 h 4870208"/>
              <a:gd name="connsiteX30" fmla="*/ 5729657 w 6875588"/>
              <a:gd name="connsiteY30" fmla="*/ 2578346 h 4870208"/>
              <a:gd name="connsiteX31" fmla="*/ 6875588 w 6875588"/>
              <a:gd name="connsiteY31" fmla="*/ 2578346 h 4870208"/>
              <a:gd name="connsiteX32" fmla="*/ 6875588 w 6875588"/>
              <a:gd name="connsiteY32" fmla="*/ 3724277 h 4870208"/>
              <a:gd name="connsiteX33" fmla="*/ 5729657 w 6875588"/>
              <a:gd name="connsiteY33" fmla="*/ 3724277 h 4870208"/>
              <a:gd name="connsiteX34" fmla="*/ 5729657 w 6875588"/>
              <a:gd name="connsiteY34" fmla="*/ 4870208 h 4870208"/>
              <a:gd name="connsiteX35" fmla="*/ 5156691 w 6875588"/>
              <a:gd name="connsiteY35" fmla="*/ 4870208 h 4870208"/>
              <a:gd name="connsiteX36" fmla="*/ 5156691 w 6875588"/>
              <a:gd name="connsiteY36" fmla="*/ 4297243 h 4870208"/>
              <a:gd name="connsiteX37" fmla="*/ 2864828 w 6875588"/>
              <a:gd name="connsiteY37" fmla="*/ 4297243 h 4870208"/>
              <a:gd name="connsiteX38" fmla="*/ 2864828 w 6875588"/>
              <a:gd name="connsiteY38" fmla="*/ 4870208 h 4870208"/>
              <a:gd name="connsiteX39" fmla="*/ 4010760 w 6875588"/>
              <a:gd name="connsiteY39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729657 w 6875588"/>
              <a:gd name="connsiteY29" fmla="*/ 3151311 h 4870208"/>
              <a:gd name="connsiteX30" fmla="*/ 5729657 w 6875588"/>
              <a:gd name="connsiteY30" fmla="*/ 2578346 h 4870208"/>
              <a:gd name="connsiteX31" fmla="*/ 6875588 w 6875588"/>
              <a:gd name="connsiteY31" fmla="*/ 2578346 h 4870208"/>
              <a:gd name="connsiteX32" fmla="*/ 6875588 w 6875588"/>
              <a:gd name="connsiteY32" fmla="*/ 3724277 h 4870208"/>
              <a:gd name="connsiteX33" fmla="*/ 5729657 w 6875588"/>
              <a:gd name="connsiteY33" fmla="*/ 3724277 h 4870208"/>
              <a:gd name="connsiteX34" fmla="*/ 5729657 w 6875588"/>
              <a:gd name="connsiteY34" fmla="*/ 4870208 h 4870208"/>
              <a:gd name="connsiteX35" fmla="*/ 5156691 w 6875588"/>
              <a:gd name="connsiteY35" fmla="*/ 4870208 h 4870208"/>
              <a:gd name="connsiteX36" fmla="*/ 5156691 w 6875588"/>
              <a:gd name="connsiteY36" fmla="*/ 4297243 h 4870208"/>
              <a:gd name="connsiteX37" fmla="*/ 2864828 w 6875588"/>
              <a:gd name="connsiteY37" fmla="*/ 4297243 h 4870208"/>
              <a:gd name="connsiteX38" fmla="*/ 2864828 w 6875588"/>
              <a:gd name="connsiteY38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729657 w 6875588"/>
              <a:gd name="connsiteY29" fmla="*/ 3151311 h 4870208"/>
              <a:gd name="connsiteX30" fmla="*/ 5729657 w 6875588"/>
              <a:gd name="connsiteY30" fmla="*/ 2578346 h 4870208"/>
              <a:gd name="connsiteX31" fmla="*/ 6875588 w 6875588"/>
              <a:gd name="connsiteY31" fmla="*/ 2578346 h 4870208"/>
              <a:gd name="connsiteX32" fmla="*/ 6875588 w 6875588"/>
              <a:gd name="connsiteY32" fmla="*/ 3724277 h 4870208"/>
              <a:gd name="connsiteX33" fmla="*/ 5729657 w 6875588"/>
              <a:gd name="connsiteY33" fmla="*/ 3724277 h 4870208"/>
              <a:gd name="connsiteX34" fmla="*/ 5729657 w 6875588"/>
              <a:gd name="connsiteY34" fmla="*/ 4870208 h 4870208"/>
              <a:gd name="connsiteX35" fmla="*/ 5156691 w 6875588"/>
              <a:gd name="connsiteY35" fmla="*/ 4870208 h 4870208"/>
              <a:gd name="connsiteX36" fmla="*/ 5156691 w 6875588"/>
              <a:gd name="connsiteY36" fmla="*/ 4297243 h 4870208"/>
              <a:gd name="connsiteX37" fmla="*/ 2864828 w 6875588"/>
              <a:gd name="connsiteY37" fmla="*/ 4297243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729657 w 6875588"/>
              <a:gd name="connsiteY29" fmla="*/ 3151311 h 4870208"/>
              <a:gd name="connsiteX30" fmla="*/ 5729657 w 6875588"/>
              <a:gd name="connsiteY30" fmla="*/ 2578346 h 4870208"/>
              <a:gd name="connsiteX31" fmla="*/ 6875588 w 6875588"/>
              <a:gd name="connsiteY31" fmla="*/ 2578346 h 4870208"/>
              <a:gd name="connsiteX32" fmla="*/ 6875588 w 6875588"/>
              <a:gd name="connsiteY32" fmla="*/ 3724277 h 4870208"/>
              <a:gd name="connsiteX33" fmla="*/ 5729657 w 6875588"/>
              <a:gd name="connsiteY33" fmla="*/ 3724277 h 4870208"/>
              <a:gd name="connsiteX34" fmla="*/ 5729657 w 6875588"/>
              <a:gd name="connsiteY34" fmla="*/ 4870208 h 4870208"/>
              <a:gd name="connsiteX35" fmla="*/ 5156691 w 6875588"/>
              <a:gd name="connsiteY35" fmla="*/ 4870208 h 4870208"/>
              <a:gd name="connsiteX36" fmla="*/ 5156691 w 6875588"/>
              <a:gd name="connsiteY36" fmla="*/ 4297243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729657 w 6875588"/>
              <a:gd name="connsiteY29" fmla="*/ 3151311 h 4870208"/>
              <a:gd name="connsiteX30" fmla="*/ 5729657 w 6875588"/>
              <a:gd name="connsiteY30" fmla="*/ 2578346 h 4870208"/>
              <a:gd name="connsiteX31" fmla="*/ 6875588 w 6875588"/>
              <a:gd name="connsiteY31" fmla="*/ 2578346 h 4870208"/>
              <a:gd name="connsiteX32" fmla="*/ 6875588 w 6875588"/>
              <a:gd name="connsiteY32" fmla="*/ 3724277 h 4870208"/>
              <a:gd name="connsiteX33" fmla="*/ 5729657 w 6875588"/>
              <a:gd name="connsiteY33" fmla="*/ 3724277 h 4870208"/>
              <a:gd name="connsiteX34" fmla="*/ 5729657 w 6875588"/>
              <a:gd name="connsiteY34" fmla="*/ 4870208 h 4870208"/>
              <a:gd name="connsiteX35" fmla="*/ 5156691 w 6875588"/>
              <a:gd name="connsiteY35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729657 w 6875588"/>
              <a:gd name="connsiteY29" fmla="*/ 3151311 h 4870208"/>
              <a:gd name="connsiteX30" fmla="*/ 5729657 w 6875588"/>
              <a:gd name="connsiteY30" fmla="*/ 2578346 h 4870208"/>
              <a:gd name="connsiteX31" fmla="*/ 6875588 w 6875588"/>
              <a:gd name="connsiteY31" fmla="*/ 2578346 h 4870208"/>
              <a:gd name="connsiteX32" fmla="*/ 6875588 w 6875588"/>
              <a:gd name="connsiteY32" fmla="*/ 3724277 h 4870208"/>
              <a:gd name="connsiteX33" fmla="*/ 5729657 w 6875588"/>
              <a:gd name="connsiteY33" fmla="*/ 3724277 h 4870208"/>
              <a:gd name="connsiteX34" fmla="*/ 5729657 w 6875588"/>
              <a:gd name="connsiteY34" fmla="*/ 4870208 h 4870208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729657 w 6875588"/>
              <a:gd name="connsiteY29" fmla="*/ 3151311 h 3724277"/>
              <a:gd name="connsiteX30" fmla="*/ 5729657 w 6875588"/>
              <a:gd name="connsiteY30" fmla="*/ 2578346 h 3724277"/>
              <a:gd name="connsiteX31" fmla="*/ 6875588 w 6875588"/>
              <a:gd name="connsiteY31" fmla="*/ 2578346 h 3724277"/>
              <a:gd name="connsiteX32" fmla="*/ 6875588 w 6875588"/>
              <a:gd name="connsiteY32" fmla="*/ 3724277 h 3724277"/>
              <a:gd name="connsiteX33" fmla="*/ 5729657 w 6875588"/>
              <a:gd name="connsiteY33" fmla="*/ 3724277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729657 w 6875588"/>
              <a:gd name="connsiteY29" fmla="*/ 3151311 h 3724277"/>
              <a:gd name="connsiteX30" fmla="*/ 5729657 w 6875588"/>
              <a:gd name="connsiteY30" fmla="*/ 2578346 h 3724277"/>
              <a:gd name="connsiteX31" fmla="*/ 6875588 w 6875588"/>
              <a:gd name="connsiteY31" fmla="*/ 2578346 h 3724277"/>
              <a:gd name="connsiteX32" fmla="*/ 6875588 w 6875588"/>
              <a:gd name="connsiteY32" fmla="*/ 3724277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729657 w 6875588"/>
              <a:gd name="connsiteY29" fmla="*/ 3151311 h 3724277"/>
              <a:gd name="connsiteX30" fmla="*/ 5729657 w 6875588"/>
              <a:gd name="connsiteY30" fmla="*/ 2578346 h 3724277"/>
              <a:gd name="connsiteX31" fmla="*/ 6875588 w 6875588"/>
              <a:gd name="connsiteY31" fmla="*/ 2578346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729657 w 6875588"/>
              <a:gd name="connsiteY29" fmla="*/ 3151311 h 3724277"/>
              <a:gd name="connsiteX30" fmla="*/ 5729657 w 6875588"/>
              <a:gd name="connsiteY30" fmla="*/ 2578346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729657 w 6875588"/>
              <a:gd name="connsiteY29" fmla="*/ 3151311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875588" h="3724277">
                <a:moveTo>
                  <a:pt x="1145931" y="0"/>
                </a:moveTo>
                <a:lnTo>
                  <a:pt x="1145931" y="286483"/>
                </a:lnTo>
                <a:lnTo>
                  <a:pt x="0" y="286483"/>
                </a:lnTo>
                <a:lnTo>
                  <a:pt x="0" y="2005380"/>
                </a:lnTo>
                <a:lnTo>
                  <a:pt x="1145931" y="2005380"/>
                </a:lnTo>
                <a:lnTo>
                  <a:pt x="1145931" y="2578346"/>
                </a:lnTo>
                <a:lnTo>
                  <a:pt x="1718897" y="2578346"/>
                </a:lnTo>
                <a:lnTo>
                  <a:pt x="1718897" y="1432414"/>
                </a:lnTo>
                <a:lnTo>
                  <a:pt x="2291863" y="1432414"/>
                </a:lnTo>
                <a:lnTo>
                  <a:pt x="2291863" y="286483"/>
                </a:lnTo>
                <a:lnTo>
                  <a:pt x="2864828" y="286483"/>
                </a:lnTo>
                <a:lnTo>
                  <a:pt x="2864828" y="859449"/>
                </a:lnTo>
                <a:lnTo>
                  <a:pt x="3437794" y="859449"/>
                </a:lnTo>
                <a:lnTo>
                  <a:pt x="3437794" y="286483"/>
                </a:lnTo>
                <a:lnTo>
                  <a:pt x="5156691" y="286483"/>
                </a:lnTo>
                <a:lnTo>
                  <a:pt x="5156691" y="1432414"/>
                </a:lnTo>
                <a:lnTo>
                  <a:pt x="5729657" y="1432414"/>
                </a:lnTo>
                <a:lnTo>
                  <a:pt x="5729657" y="859449"/>
                </a:lnTo>
                <a:lnTo>
                  <a:pt x="6302622" y="859449"/>
                </a:lnTo>
                <a:lnTo>
                  <a:pt x="6302622" y="286483"/>
                </a:lnTo>
                <a:lnTo>
                  <a:pt x="6875588" y="286483"/>
                </a:lnTo>
                <a:lnTo>
                  <a:pt x="6875588" y="2005380"/>
                </a:lnTo>
                <a:lnTo>
                  <a:pt x="5156691" y="2005380"/>
                </a:lnTo>
                <a:lnTo>
                  <a:pt x="5156691" y="2578346"/>
                </a:lnTo>
                <a:lnTo>
                  <a:pt x="4583725" y="2578346"/>
                </a:lnTo>
                <a:lnTo>
                  <a:pt x="4583725" y="3151311"/>
                </a:lnTo>
                <a:lnTo>
                  <a:pt x="4010760" y="3151311"/>
                </a:lnTo>
                <a:lnTo>
                  <a:pt x="4010760" y="3724277"/>
                </a:lnTo>
                <a:lnTo>
                  <a:pt x="5156691" y="3724277"/>
                </a:lnTo>
              </a:path>
            </a:pathLst>
          </a:custGeom>
          <a:noFill/>
          <a:ln w="71614" cap="sq">
            <a:solidFill>
              <a:srgbClr val="FF0000"/>
            </a:solidFill>
            <a:prstDash val="sysDot"/>
            <a:round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19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6EE1B1B3-B336-4640-AEBC-CDE11E1BD096}"/>
              </a:ext>
            </a:extLst>
          </p:cNvPr>
          <p:cNvSpPr/>
          <p:nvPr/>
        </p:nvSpPr>
        <p:spPr>
          <a:xfrm>
            <a:off x="4798607" y="495826"/>
            <a:ext cx="6875588" cy="3724277"/>
          </a:xfrm>
          <a:custGeom>
            <a:avLst/>
            <a:gdLst>
              <a:gd name="connsiteX0" fmla="*/ 1145931 w 6875587"/>
              <a:gd name="connsiteY0" fmla="*/ 0 h 5729656"/>
              <a:gd name="connsiteX1" fmla="*/ 1145931 w 6875587"/>
              <a:gd name="connsiteY1" fmla="*/ 286483 h 5729656"/>
              <a:gd name="connsiteX2" fmla="*/ 0 w 6875587"/>
              <a:gd name="connsiteY2" fmla="*/ 286483 h 5729656"/>
              <a:gd name="connsiteX3" fmla="*/ 0 w 6875587"/>
              <a:gd name="connsiteY3" fmla="*/ 2005380 h 5729656"/>
              <a:gd name="connsiteX4" fmla="*/ 1145931 w 6875587"/>
              <a:gd name="connsiteY4" fmla="*/ 2005380 h 5729656"/>
              <a:gd name="connsiteX5" fmla="*/ 1145931 w 6875587"/>
              <a:gd name="connsiteY5" fmla="*/ 2578346 h 5729656"/>
              <a:gd name="connsiteX6" fmla="*/ 1718897 w 6875587"/>
              <a:gd name="connsiteY6" fmla="*/ 2578346 h 5729656"/>
              <a:gd name="connsiteX7" fmla="*/ 1718897 w 6875587"/>
              <a:gd name="connsiteY7" fmla="*/ 1432414 h 5729656"/>
              <a:gd name="connsiteX8" fmla="*/ 2291863 w 6875587"/>
              <a:gd name="connsiteY8" fmla="*/ 1432414 h 5729656"/>
              <a:gd name="connsiteX9" fmla="*/ 2291863 w 6875587"/>
              <a:gd name="connsiteY9" fmla="*/ 286483 h 5729656"/>
              <a:gd name="connsiteX10" fmla="*/ 2864828 w 6875587"/>
              <a:gd name="connsiteY10" fmla="*/ 286483 h 5729656"/>
              <a:gd name="connsiteX11" fmla="*/ 2864828 w 6875587"/>
              <a:gd name="connsiteY11" fmla="*/ 859449 h 5729656"/>
              <a:gd name="connsiteX12" fmla="*/ 3437794 w 6875587"/>
              <a:gd name="connsiteY12" fmla="*/ 859449 h 5729656"/>
              <a:gd name="connsiteX13" fmla="*/ 3437794 w 6875587"/>
              <a:gd name="connsiteY13" fmla="*/ 286483 h 5729656"/>
              <a:gd name="connsiteX14" fmla="*/ 5156691 w 6875587"/>
              <a:gd name="connsiteY14" fmla="*/ 286483 h 5729656"/>
              <a:gd name="connsiteX15" fmla="*/ 5156691 w 6875587"/>
              <a:gd name="connsiteY15" fmla="*/ 1432414 h 5729656"/>
              <a:gd name="connsiteX16" fmla="*/ 5729657 w 6875587"/>
              <a:gd name="connsiteY16" fmla="*/ 1432414 h 5729656"/>
              <a:gd name="connsiteX17" fmla="*/ 5729657 w 6875587"/>
              <a:gd name="connsiteY17" fmla="*/ 859449 h 5729656"/>
              <a:gd name="connsiteX18" fmla="*/ 6302622 w 6875587"/>
              <a:gd name="connsiteY18" fmla="*/ 859449 h 5729656"/>
              <a:gd name="connsiteX19" fmla="*/ 6302622 w 6875587"/>
              <a:gd name="connsiteY19" fmla="*/ 286483 h 5729656"/>
              <a:gd name="connsiteX20" fmla="*/ 6875588 w 6875587"/>
              <a:gd name="connsiteY20" fmla="*/ 286483 h 5729656"/>
              <a:gd name="connsiteX21" fmla="*/ 6875588 w 6875587"/>
              <a:gd name="connsiteY21" fmla="*/ 2005380 h 5729656"/>
              <a:gd name="connsiteX22" fmla="*/ 5156691 w 6875587"/>
              <a:gd name="connsiteY22" fmla="*/ 2005380 h 5729656"/>
              <a:gd name="connsiteX23" fmla="*/ 5156691 w 6875587"/>
              <a:gd name="connsiteY23" fmla="*/ 2578346 h 5729656"/>
              <a:gd name="connsiteX24" fmla="*/ 4583725 w 6875587"/>
              <a:gd name="connsiteY24" fmla="*/ 2578346 h 5729656"/>
              <a:gd name="connsiteX25" fmla="*/ 4583725 w 6875587"/>
              <a:gd name="connsiteY25" fmla="*/ 3151311 h 5729656"/>
              <a:gd name="connsiteX26" fmla="*/ 4010760 w 6875587"/>
              <a:gd name="connsiteY26" fmla="*/ 3151311 h 5729656"/>
              <a:gd name="connsiteX27" fmla="*/ 4010760 w 6875587"/>
              <a:gd name="connsiteY27" fmla="*/ 3724277 h 5729656"/>
              <a:gd name="connsiteX28" fmla="*/ 5156691 w 6875587"/>
              <a:gd name="connsiteY28" fmla="*/ 3724277 h 5729656"/>
              <a:gd name="connsiteX29" fmla="*/ 5156691 w 6875587"/>
              <a:gd name="connsiteY29" fmla="*/ 3151311 h 5729656"/>
              <a:gd name="connsiteX30" fmla="*/ 5729657 w 6875587"/>
              <a:gd name="connsiteY30" fmla="*/ 3151311 h 5729656"/>
              <a:gd name="connsiteX31" fmla="*/ 5729657 w 6875587"/>
              <a:gd name="connsiteY31" fmla="*/ 2578346 h 5729656"/>
              <a:gd name="connsiteX32" fmla="*/ 6875588 w 6875587"/>
              <a:gd name="connsiteY32" fmla="*/ 2578346 h 5729656"/>
              <a:gd name="connsiteX33" fmla="*/ 6875588 w 6875587"/>
              <a:gd name="connsiteY33" fmla="*/ 3724277 h 5729656"/>
              <a:gd name="connsiteX34" fmla="*/ 5729657 w 6875587"/>
              <a:gd name="connsiteY34" fmla="*/ 3724277 h 5729656"/>
              <a:gd name="connsiteX35" fmla="*/ 5729657 w 6875587"/>
              <a:gd name="connsiteY35" fmla="*/ 4870208 h 5729656"/>
              <a:gd name="connsiteX36" fmla="*/ 5156691 w 6875587"/>
              <a:gd name="connsiteY36" fmla="*/ 4870208 h 5729656"/>
              <a:gd name="connsiteX37" fmla="*/ 5156691 w 6875587"/>
              <a:gd name="connsiteY37" fmla="*/ 4297243 h 5729656"/>
              <a:gd name="connsiteX38" fmla="*/ 2864828 w 6875587"/>
              <a:gd name="connsiteY38" fmla="*/ 4297243 h 5729656"/>
              <a:gd name="connsiteX39" fmla="*/ 2864828 w 6875587"/>
              <a:gd name="connsiteY39" fmla="*/ 4870208 h 5729656"/>
              <a:gd name="connsiteX40" fmla="*/ 4010760 w 6875587"/>
              <a:gd name="connsiteY40" fmla="*/ 4870208 h 5729656"/>
              <a:gd name="connsiteX41" fmla="*/ 4010760 w 6875587"/>
              <a:gd name="connsiteY41" fmla="*/ 5443174 h 5729656"/>
              <a:gd name="connsiteX42" fmla="*/ 1718897 w 6875587"/>
              <a:gd name="connsiteY42" fmla="*/ 5443174 h 5729656"/>
              <a:gd name="connsiteX43" fmla="*/ 1718897 w 6875587"/>
              <a:gd name="connsiteY43" fmla="*/ 5729657 h 5729656"/>
              <a:gd name="connsiteX0" fmla="*/ 1145931 w 6875588"/>
              <a:gd name="connsiteY0" fmla="*/ 0 h 5443174"/>
              <a:gd name="connsiteX1" fmla="*/ 1145931 w 6875588"/>
              <a:gd name="connsiteY1" fmla="*/ 286483 h 5443174"/>
              <a:gd name="connsiteX2" fmla="*/ 0 w 6875588"/>
              <a:gd name="connsiteY2" fmla="*/ 286483 h 5443174"/>
              <a:gd name="connsiteX3" fmla="*/ 0 w 6875588"/>
              <a:gd name="connsiteY3" fmla="*/ 2005380 h 5443174"/>
              <a:gd name="connsiteX4" fmla="*/ 1145931 w 6875588"/>
              <a:gd name="connsiteY4" fmla="*/ 2005380 h 5443174"/>
              <a:gd name="connsiteX5" fmla="*/ 1145931 w 6875588"/>
              <a:gd name="connsiteY5" fmla="*/ 2578346 h 5443174"/>
              <a:gd name="connsiteX6" fmla="*/ 1718897 w 6875588"/>
              <a:gd name="connsiteY6" fmla="*/ 2578346 h 5443174"/>
              <a:gd name="connsiteX7" fmla="*/ 1718897 w 6875588"/>
              <a:gd name="connsiteY7" fmla="*/ 1432414 h 5443174"/>
              <a:gd name="connsiteX8" fmla="*/ 2291863 w 6875588"/>
              <a:gd name="connsiteY8" fmla="*/ 1432414 h 5443174"/>
              <a:gd name="connsiteX9" fmla="*/ 2291863 w 6875588"/>
              <a:gd name="connsiteY9" fmla="*/ 286483 h 5443174"/>
              <a:gd name="connsiteX10" fmla="*/ 2864828 w 6875588"/>
              <a:gd name="connsiteY10" fmla="*/ 286483 h 5443174"/>
              <a:gd name="connsiteX11" fmla="*/ 2864828 w 6875588"/>
              <a:gd name="connsiteY11" fmla="*/ 859449 h 5443174"/>
              <a:gd name="connsiteX12" fmla="*/ 3437794 w 6875588"/>
              <a:gd name="connsiteY12" fmla="*/ 859449 h 5443174"/>
              <a:gd name="connsiteX13" fmla="*/ 3437794 w 6875588"/>
              <a:gd name="connsiteY13" fmla="*/ 286483 h 5443174"/>
              <a:gd name="connsiteX14" fmla="*/ 5156691 w 6875588"/>
              <a:gd name="connsiteY14" fmla="*/ 286483 h 5443174"/>
              <a:gd name="connsiteX15" fmla="*/ 5156691 w 6875588"/>
              <a:gd name="connsiteY15" fmla="*/ 1432414 h 5443174"/>
              <a:gd name="connsiteX16" fmla="*/ 5729657 w 6875588"/>
              <a:gd name="connsiteY16" fmla="*/ 1432414 h 5443174"/>
              <a:gd name="connsiteX17" fmla="*/ 5729657 w 6875588"/>
              <a:gd name="connsiteY17" fmla="*/ 859449 h 5443174"/>
              <a:gd name="connsiteX18" fmla="*/ 6302622 w 6875588"/>
              <a:gd name="connsiteY18" fmla="*/ 859449 h 5443174"/>
              <a:gd name="connsiteX19" fmla="*/ 6302622 w 6875588"/>
              <a:gd name="connsiteY19" fmla="*/ 286483 h 5443174"/>
              <a:gd name="connsiteX20" fmla="*/ 6875588 w 6875588"/>
              <a:gd name="connsiteY20" fmla="*/ 286483 h 5443174"/>
              <a:gd name="connsiteX21" fmla="*/ 6875588 w 6875588"/>
              <a:gd name="connsiteY21" fmla="*/ 2005380 h 5443174"/>
              <a:gd name="connsiteX22" fmla="*/ 5156691 w 6875588"/>
              <a:gd name="connsiteY22" fmla="*/ 2005380 h 5443174"/>
              <a:gd name="connsiteX23" fmla="*/ 5156691 w 6875588"/>
              <a:gd name="connsiteY23" fmla="*/ 2578346 h 5443174"/>
              <a:gd name="connsiteX24" fmla="*/ 4583725 w 6875588"/>
              <a:gd name="connsiteY24" fmla="*/ 2578346 h 5443174"/>
              <a:gd name="connsiteX25" fmla="*/ 4583725 w 6875588"/>
              <a:gd name="connsiteY25" fmla="*/ 3151311 h 5443174"/>
              <a:gd name="connsiteX26" fmla="*/ 4010760 w 6875588"/>
              <a:gd name="connsiteY26" fmla="*/ 3151311 h 5443174"/>
              <a:gd name="connsiteX27" fmla="*/ 4010760 w 6875588"/>
              <a:gd name="connsiteY27" fmla="*/ 3724277 h 5443174"/>
              <a:gd name="connsiteX28" fmla="*/ 5156691 w 6875588"/>
              <a:gd name="connsiteY28" fmla="*/ 3724277 h 5443174"/>
              <a:gd name="connsiteX29" fmla="*/ 5156691 w 6875588"/>
              <a:gd name="connsiteY29" fmla="*/ 3151311 h 5443174"/>
              <a:gd name="connsiteX30" fmla="*/ 5729657 w 6875588"/>
              <a:gd name="connsiteY30" fmla="*/ 3151311 h 5443174"/>
              <a:gd name="connsiteX31" fmla="*/ 5729657 w 6875588"/>
              <a:gd name="connsiteY31" fmla="*/ 2578346 h 5443174"/>
              <a:gd name="connsiteX32" fmla="*/ 6875588 w 6875588"/>
              <a:gd name="connsiteY32" fmla="*/ 2578346 h 5443174"/>
              <a:gd name="connsiteX33" fmla="*/ 6875588 w 6875588"/>
              <a:gd name="connsiteY33" fmla="*/ 3724277 h 5443174"/>
              <a:gd name="connsiteX34" fmla="*/ 5729657 w 6875588"/>
              <a:gd name="connsiteY34" fmla="*/ 3724277 h 5443174"/>
              <a:gd name="connsiteX35" fmla="*/ 5729657 w 6875588"/>
              <a:gd name="connsiteY35" fmla="*/ 4870208 h 5443174"/>
              <a:gd name="connsiteX36" fmla="*/ 5156691 w 6875588"/>
              <a:gd name="connsiteY36" fmla="*/ 4870208 h 5443174"/>
              <a:gd name="connsiteX37" fmla="*/ 5156691 w 6875588"/>
              <a:gd name="connsiteY37" fmla="*/ 4297243 h 5443174"/>
              <a:gd name="connsiteX38" fmla="*/ 2864828 w 6875588"/>
              <a:gd name="connsiteY38" fmla="*/ 4297243 h 5443174"/>
              <a:gd name="connsiteX39" fmla="*/ 2864828 w 6875588"/>
              <a:gd name="connsiteY39" fmla="*/ 4870208 h 5443174"/>
              <a:gd name="connsiteX40" fmla="*/ 4010760 w 6875588"/>
              <a:gd name="connsiteY40" fmla="*/ 4870208 h 5443174"/>
              <a:gd name="connsiteX41" fmla="*/ 4010760 w 6875588"/>
              <a:gd name="connsiteY41" fmla="*/ 5443174 h 5443174"/>
              <a:gd name="connsiteX42" fmla="*/ 1718897 w 6875588"/>
              <a:gd name="connsiteY42" fmla="*/ 5443174 h 5443174"/>
              <a:gd name="connsiteX0" fmla="*/ 1145931 w 6875588"/>
              <a:gd name="connsiteY0" fmla="*/ 0 h 5443174"/>
              <a:gd name="connsiteX1" fmla="*/ 1145931 w 6875588"/>
              <a:gd name="connsiteY1" fmla="*/ 286483 h 5443174"/>
              <a:gd name="connsiteX2" fmla="*/ 0 w 6875588"/>
              <a:gd name="connsiteY2" fmla="*/ 286483 h 5443174"/>
              <a:gd name="connsiteX3" fmla="*/ 0 w 6875588"/>
              <a:gd name="connsiteY3" fmla="*/ 2005380 h 5443174"/>
              <a:gd name="connsiteX4" fmla="*/ 1145931 w 6875588"/>
              <a:gd name="connsiteY4" fmla="*/ 2005380 h 5443174"/>
              <a:gd name="connsiteX5" fmla="*/ 1145931 w 6875588"/>
              <a:gd name="connsiteY5" fmla="*/ 2578346 h 5443174"/>
              <a:gd name="connsiteX6" fmla="*/ 1718897 w 6875588"/>
              <a:gd name="connsiteY6" fmla="*/ 2578346 h 5443174"/>
              <a:gd name="connsiteX7" fmla="*/ 1718897 w 6875588"/>
              <a:gd name="connsiteY7" fmla="*/ 1432414 h 5443174"/>
              <a:gd name="connsiteX8" fmla="*/ 2291863 w 6875588"/>
              <a:gd name="connsiteY8" fmla="*/ 1432414 h 5443174"/>
              <a:gd name="connsiteX9" fmla="*/ 2291863 w 6875588"/>
              <a:gd name="connsiteY9" fmla="*/ 286483 h 5443174"/>
              <a:gd name="connsiteX10" fmla="*/ 2864828 w 6875588"/>
              <a:gd name="connsiteY10" fmla="*/ 286483 h 5443174"/>
              <a:gd name="connsiteX11" fmla="*/ 2864828 w 6875588"/>
              <a:gd name="connsiteY11" fmla="*/ 859449 h 5443174"/>
              <a:gd name="connsiteX12" fmla="*/ 3437794 w 6875588"/>
              <a:gd name="connsiteY12" fmla="*/ 859449 h 5443174"/>
              <a:gd name="connsiteX13" fmla="*/ 3437794 w 6875588"/>
              <a:gd name="connsiteY13" fmla="*/ 286483 h 5443174"/>
              <a:gd name="connsiteX14" fmla="*/ 5156691 w 6875588"/>
              <a:gd name="connsiteY14" fmla="*/ 286483 h 5443174"/>
              <a:gd name="connsiteX15" fmla="*/ 5156691 w 6875588"/>
              <a:gd name="connsiteY15" fmla="*/ 1432414 h 5443174"/>
              <a:gd name="connsiteX16" fmla="*/ 5729657 w 6875588"/>
              <a:gd name="connsiteY16" fmla="*/ 1432414 h 5443174"/>
              <a:gd name="connsiteX17" fmla="*/ 5729657 w 6875588"/>
              <a:gd name="connsiteY17" fmla="*/ 859449 h 5443174"/>
              <a:gd name="connsiteX18" fmla="*/ 6302622 w 6875588"/>
              <a:gd name="connsiteY18" fmla="*/ 859449 h 5443174"/>
              <a:gd name="connsiteX19" fmla="*/ 6302622 w 6875588"/>
              <a:gd name="connsiteY19" fmla="*/ 286483 h 5443174"/>
              <a:gd name="connsiteX20" fmla="*/ 6875588 w 6875588"/>
              <a:gd name="connsiteY20" fmla="*/ 286483 h 5443174"/>
              <a:gd name="connsiteX21" fmla="*/ 6875588 w 6875588"/>
              <a:gd name="connsiteY21" fmla="*/ 2005380 h 5443174"/>
              <a:gd name="connsiteX22" fmla="*/ 5156691 w 6875588"/>
              <a:gd name="connsiteY22" fmla="*/ 2005380 h 5443174"/>
              <a:gd name="connsiteX23" fmla="*/ 5156691 w 6875588"/>
              <a:gd name="connsiteY23" fmla="*/ 2578346 h 5443174"/>
              <a:gd name="connsiteX24" fmla="*/ 4583725 w 6875588"/>
              <a:gd name="connsiteY24" fmla="*/ 2578346 h 5443174"/>
              <a:gd name="connsiteX25" fmla="*/ 4583725 w 6875588"/>
              <a:gd name="connsiteY25" fmla="*/ 3151311 h 5443174"/>
              <a:gd name="connsiteX26" fmla="*/ 4010760 w 6875588"/>
              <a:gd name="connsiteY26" fmla="*/ 3151311 h 5443174"/>
              <a:gd name="connsiteX27" fmla="*/ 4010760 w 6875588"/>
              <a:gd name="connsiteY27" fmla="*/ 3724277 h 5443174"/>
              <a:gd name="connsiteX28" fmla="*/ 5156691 w 6875588"/>
              <a:gd name="connsiteY28" fmla="*/ 3724277 h 5443174"/>
              <a:gd name="connsiteX29" fmla="*/ 5156691 w 6875588"/>
              <a:gd name="connsiteY29" fmla="*/ 3151311 h 5443174"/>
              <a:gd name="connsiteX30" fmla="*/ 5729657 w 6875588"/>
              <a:gd name="connsiteY30" fmla="*/ 3151311 h 5443174"/>
              <a:gd name="connsiteX31" fmla="*/ 5729657 w 6875588"/>
              <a:gd name="connsiteY31" fmla="*/ 2578346 h 5443174"/>
              <a:gd name="connsiteX32" fmla="*/ 6875588 w 6875588"/>
              <a:gd name="connsiteY32" fmla="*/ 2578346 h 5443174"/>
              <a:gd name="connsiteX33" fmla="*/ 6875588 w 6875588"/>
              <a:gd name="connsiteY33" fmla="*/ 3724277 h 5443174"/>
              <a:gd name="connsiteX34" fmla="*/ 5729657 w 6875588"/>
              <a:gd name="connsiteY34" fmla="*/ 3724277 h 5443174"/>
              <a:gd name="connsiteX35" fmla="*/ 5729657 w 6875588"/>
              <a:gd name="connsiteY35" fmla="*/ 4870208 h 5443174"/>
              <a:gd name="connsiteX36" fmla="*/ 5156691 w 6875588"/>
              <a:gd name="connsiteY36" fmla="*/ 4870208 h 5443174"/>
              <a:gd name="connsiteX37" fmla="*/ 5156691 w 6875588"/>
              <a:gd name="connsiteY37" fmla="*/ 4297243 h 5443174"/>
              <a:gd name="connsiteX38" fmla="*/ 2864828 w 6875588"/>
              <a:gd name="connsiteY38" fmla="*/ 4297243 h 5443174"/>
              <a:gd name="connsiteX39" fmla="*/ 2864828 w 6875588"/>
              <a:gd name="connsiteY39" fmla="*/ 4870208 h 5443174"/>
              <a:gd name="connsiteX40" fmla="*/ 4010760 w 6875588"/>
              <a:gd name="connsiteY40" fmla="*/ 4870208 h 5443174"/>
              <a:gd name="connsiteX41" fmla="*/ 4010760 w 6875588"/>
              <a:gd name="connsiteY41" fmla="*/ 5443174 h 5443174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38" fmla="*/ 2864828 w 6875588"/>
              <a:gd name="connsiteY38" fmla="*/ 4297243 h 4870208"/>
              <a:gd name="connsiteX39" fmla="*/ 2864828 w 6875588"/>
              <a:gd name="connsiteY39" fmla="*/ 4870208 h 4870208"/>
              <a:gd name="connsiteX40" fmla="*/ 4010760 w 6875588"/>
              <a:gd name="connsiteY40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38" fmla="*/ 2864828 w 6875588"/>
              <a:gd name="connsiteY38" fmla="*/ 4297243 h 4870208"/>
              <a:gd name="connsiteX39" fmla="*/ 2864828 w 6875588"/>
              <a:gd name="connsiteY39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38" fmla="*/ 2864828 w 6875588"/>
              <a:gd name="connsiteY38" fmla="*/ 4297243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30" fmla="*/ 5729657 w 6875588"/>
              <a:gd name="connsiteY30" fmla="*/ 3151311 h 3724277"/>
              <a:gd name="connsiteX31" fmla="*/ 5729657 w 6875588"/>
              <a:gd name="connsiteY31" fmla="*/ 2578346 h 3724277"/>
              <a:gd name="connsiteX32" fmla="*/ 6875588 w 6875588"/>
              <a:gd name="connsiteY32" fmla="*/ 2578346 h 3724277"/>
              <a:gd name="connsiteX33" fmla="*/ 6875588 w 6875588"/>
              <a:gd name="connsiteY33" fmla="*/ 3724277 h 3724277"/>
              <a:gd name="connsiteX34" fmla="*/ 5729657 w 6875588"/>
              <a:gd name="connsiteY34" fmla="*/ 3724277 h 3724277"/>
              <a:gd name="connsiteX0" fmla="*/ 1145931 w 6875588"/>
              <a:gd name="connsiteY0" fmla="*/ 0 h 3724277"/>
              <a:gd name="connsiteX1" fmla="*/ 1145931 w 6875588"/>
              <a:gd name="connsiteY1" fmla="*/ 286483 h 3724277"/>
              <a:gd name="connsiteX2" fmla="*/ 0 w 6875588"/>
              <a:gd name="connsiteY2" fmla="*/ 286483 h 3724277"/>
              <a:gd name="connsiteX3" fmla="*/ 0 w 6875588"/>
              <a:gd name="connsiteY3" fmla="*/ 2005380 h 3724277"/>
              <a:gd name="connsiteX4" fmla="*/ 1145931 w 6875588"/>
              <a:gd name="connsiteY4" fmla="*/ 2005380 h 3724277"/>
              <a:gd name="connsiteX5" fmla="*/ 1145931 w 6875588"/>
              <a:gd name="connsiteY5" fmla="*/ 2578346 h 3724277"/>
              <a:gd name="connsiteX6" fmla="*/ 1718897 w 6875588"/>
              <a:gd name="connsiteY6" fmla="*/ 2578346 h 3724277"/>
              <a:gd name="connsiteX7" fmla="*/ 1718897 w 6875588"/>
              <a:gd name="connsiteY7" fmla="*/ 1432414 h 3724277"/>
              <a:gd name="connsiteX8" fmla="*/ 2291863 w 6875588"/>
              <a:gd name="connsiteY8" fmla="*/ 1432414 h 3724277"/>
              <a:gd name="connsiteX9" fmla="*/ 2291863 w 6875588"/>
              <a:gd name="connsiteY9" fmla="*/ 286483 h 3724277"/>
              <a:gd name="connsiteX10" fmla="*/ 2864828 w 6875588"/>
              <a:gd name="connsiteY10" fmla="*/ 286483 h 3724277"/>
              <a:gd name="connsiteX11" fmla="*/ 2864828 w 6875588"/>
              <a:gd name="connsiteY11" fmla="*/ 859449 h 3724277"/>
              <a:gd name="connsiteX12" fmla="*/ 3437794 w 6875588"/>
              <a:gd name="connsiteY12" fmla="*/ 859449 h 3724277"/>
              <a:gd name="connsiteX13" fmla="*/ 3437794 w 6875588"/>
              <a:gd name="connsiteY13" fmla="*/ 286483 h 3724277"/>
              <a:gd name="connsiteX14" fmla="*/ 5156691 w 6875588"/>
              <a:gd name="connsiteY14" fmla="*/ 286483 h 3724277"/>
              <a:gd name="connsiteX15" fmla="*/ 5156691 w 6875588"/>
              <a:gd name="connsiteY15" fmla="*/ 1432414 h 3724277"/>
              <a:gd name="connsiteX16" fmla="*/ 5729657 w 6875588"/>
              <a:gd name="connsiteY16" fmla="*/ 1432414 h 3724277"/>
              <a:gd name="connsiteX17" fmla="*/ 5729657 w 6875588"/>
              <a:gd name="connsiteY17" fmla="*/ 859449 h 3724277"/>
              <a:gd name="connsiteX18" fmla="*/ 6302622 w 6875588"/>
              <a:gd name="connsiteY18" fmla="*/ 859449 h 3724277"/>
              <a:gd name="connsiteX19" fmla="*/ 6302622 w 6875588"/>
              <a:gd name="connsiteY19" fmla="*/ 286483 h 3724277"/>
              <a:gd name="connsiteX20" fmla="*/ 6875588 w 6875588"/>
              <a:gd name="connsiteY20" fmla="*/ 286483 h 3724277"/>
              <a:gd name="connsiteX21" fmla="*/ 6875588 w 6875588"/>
              <a:gd name="connsiteY21" fmla="*/ 2005380 h 3724277"/>
              <a:gd name="connsiteX22" fmla="*/ 5156691 w 6875588"/>
              <a:gd name="connsiteY22" fmla="*/ 2005380 h 3724277"/>
              <a:gd name="connsiteX23" fmla="*/ 5156691 w 6875588"/>
              <a:gd name="connsiteY23" fmla="*/ 2578346 h 3724277"/>
              <a:gd name="connsiteX24" fmla="*/ 4583725 w 6875588"/>
              <a:gd name="connsiteY24" fmla="*/ 2578346 h 3724277"/>
              <a:gd name="connsiteX25" fmla="*/ 4583725 w 6875588"/>
              <a:gd name="connsiteY25" fmla="*/ 3151311 h 3724277"/>
              <a:gd name="connsiteX26" fmla="*/ 4010760 w 6875588"/>
              <a:gd name="connsiteY26" fmla="*/ 3151311 h 3724277"/>
              <a:gd name="connsiteX27" fmla="*/ 4010760 w 6875588"/>
              <a:gd name="connsiteY27" fmla="*/ 3724277 h 3724277"/>
              <a:gd name="connsiteX28" fmla="*/ 5156691 w 6875588"/>
              <a:gd name="connsiteY28" fmla="*/ 3724277 h 3724277"/>
              <a:gd name="connsiteX29" fmla="*/ 5156691 w 6875588"/>
              <a:gd name="connsiteY29" fmla="*/ 3151311 h 3724277"/>
              <a:gd name="connsiteX30" fmla="*/ 5729657 w 6875588"/>
              <a:gd name="connsiteY30" fmla="*/ 3151311 h 3724277"/>
              <a:gd name="connsiteX31" fmla="*/ 5729657 w 6875588"/>
              <a:gd name="connsiteY31" fmla="*/ 2578346 h 3724277"/>
              <a:gd name="connsiteX32" fmla="*/ 6875588 w 6875588"/>
              <a:gd name="connsiteY32" fmla="*/ 2578346 h 3724277"/>
              <a:gd name="connsiteX33" fmla="*/ 6875588 w 6875588"/>
              <a:gd name="connsiteY33" fmla="*/ 3724277 h 3724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875588" h="3724277">
                <a:moveTo>
                  <a:pt x="1145931" y="0"/>
                </a:moveTo>
                <a:lnTo>
                  <a:pt x="1145931" y="286483"/>
                </a:lnTo>
                <a:lnTo>
                  <a:pt x="0" y="286483"/>
                </a:lnTo>
                <a:lnTo>
                  <a:pt x="0" y="2005380"/>
                </a:lnTo>
                <a:lnTo>
                  <a:pt x="1145931" y="2005380"/>
                </a:lnTo>
                <a:lnTo>
                  <a:pt x="1145931" y="2578346"/>
                </a:lnTo>
                <a:lnTo>
                  <a:pt x="1718897" y="2578346"/>
                </a:lnTo>
                <a:lnTo>
                  <a:pt x="1718897" y="1432414"/>
                </a:lnTo>
                <a:lnTo>
                  <a:pt x="2291863" y="1432414"/>
                </a:lnTo>
                <a:lnTo>
                  <a:pt x="2291863" y="286483"/>
                </a:lnTo>
                <a:lnTo>
                  <a:pt x="2864828" y="286483"/>
                </a:lnTo>
                <a:lnTo>
                  <a:pt x="2864828" y="859449"/>
                </a:lnTo>
                <a:lnTo>
                  <a:pt x="3437794" y="859449"/>
                </a:lnTo>
                <a:lnTo>
                  <a:pt x="3437794" y="286483"/>
                </a:lnTo>
                <a:lnTo>
                  <a:pt x="5156691" y="286483"/>
                </a:lnTo>
                <a:lnTo>
                  <a:pt x="5156691" y="1432414"/>
                </a:lnTo>
                <a:lnTo>
                  <a:pt x="5729657" y="1432414"/>
                </a:lnTo>
                <a:lnTo>
                  <a:pt x="5729657" y="859449"/>
                </a:lnTo>
                <a:lnTo>
                  <a:pt x="6302622" y="859449"/>
                </a:lnTo>
                <a:lnTo>
                  <a:pt x="6302622" y="286483"/>
                </a:lnTo>
                <a:lnTo>
                  <a:pt x="6875588" y="286483"/>
                </a:lnTo>
                <a:lnTo>
                  <a:pt x="6875588" y="2005380"/>
                </a:lnTo>
                <a:lnTo>
                  <a:pt x="5156691" y="2005380"/>
                </a:lnTo>
                <a:lnTo>
                  <a:pt x="5156691" y="2578346"/>
                </a:lnTo>
                <a:lnTo>
                  <a:pt x="4583725" y="2578346"/>
                </a:lnTo>
                <a:lnTo>
                  <a:pt x="4583725" y="3151311"/>
                </a:lnTo>
                <a:lnTo>
                  <a:pt x="4010760" y="3151311"/>
                </a:lnTo>
                <a:lnTo>
                  <a:pt x="4010760" y="3724277"/>
                </a:lnTo>
                <a:lnTo>
                  <a:pt x="5156691" y="3724277"/>
                </a:lnTo>
                <a:lnTo>
                  <a:pt x="5156691" y="3151311"/>
                </a:lnTo>
                <a:lnTo>
                  <a:pt x="5729657" y="3151311"/>
                </a:lnTo>
                <a:lnTo>
                  <a:pt x="5729657" y="2578346"/>
                </a:lnTo>
                <a:lnTo>
                  <a:pt x="6875588" y="2578346"/>
                </a:lnTo>
                <a:lnTo>
                  <a:pt x="6875588" y="3724277"/>
                </a:lnTo>
              </a:path>
            </a:pathLst>
          </a:custGeom>
          <a:noFill/>
          <a:ln w="71614" cap="sq">
            <a:solidFill>
              <a:srgbClr val="FF0000"/>
            </a:solidFill>
            <a:prstDash val="sysDot"/>
            <a:round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54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6EE1B1B3-B336-4640-AEBC-CDE11E1BD096}"/>
              </a:ext>
            </a:extLst>
          </p:cNvPr>
          <p:cNvSpPr/>
          <p:nvPr/>
        </p:nvSpPr>
        <p:spPr>
          <a:xfrm>
            <a:off x="4798607" y="495827"/>
            <a:ext cx="6875588" cy="4870208"/>
          </a:xfrm>
          <a:custGeom>
            <a:avLst/>
            <a:gdLst>
              <a:gd name="connsiteX0" fmla="*/ 1145931 w 6875587"/>
              <a:gd name="connsiteY0" fmla="*/ 0 h 5729656"/>
              <a:gd name="connsiteX1" fmla="*/ 1145931 w 6875587"/>
              <a:gd name="connsiteY1" fmla="*/ 286483 h 5729656"/>
              <a:gd name="connsiteX2" fmla="*/ 0 w 6875587"/>
              <a:gd name="connsiteY2" fmla="*/ 286483 h 5729656"/>
              <a:gd name="connsiteX3" fmla="*/ 0 w 6875587"/>
              <a:gd name="connsiteY3" fmla="*/ 2005380 h 5729656"/>
              <a:gd name="connsiteX4" fmla="*/ 1145931 w 6875587"/>
              <a:gd name="connsiteY4" fmla="*/ 2005380 h 5729656"/>
              <a:gd name="connsiteX5" fmla="*/ 1145931 w 6875587"/>
              <a:gd name="connsiteY5" fmla="*/ 2578346 h 5729656"/>
              <a:gd name="connsiteX6" fmla="*/ 1718897 w 6875587"/>
              <a:gd name="connsiteY6" fmla="*/ 2578346 h 5729656"/>
              <a:gd name="connsiteX7" fmla="*/ 1718897 w 6875587"/>
              <a:gd name="connsiteY7" fmla="*/ 1432414 h 5729656"/>
              <a:gd name="connsiteX8" fmla="*/ 2291863 w 6875587"/>
              <a:gd name="connsiteY8" fmla="*/ 1432414 h 5729656"/>
              <a:gd name="connsiteX9" fmla="*/ 2291863 w 6875587"/>
              <a:gd name="connsiteY9" fmla="*/ 286483 h 5729656"/>
              <a:gd name="connsiteX10" fmla="*/ 2864828 w 6875587"/>
              <a:gd name="connsiteY10" fmla="*/ 286483 h 5729656"/>
              <a:gd name="connsiteX11" fmla="*/ 2864828 w 6875587"/>
              <a:gd name="connsiteY11" fmla="*/ 859449 h 5729656"/>
              <a:gd name="connsiteX12" fmla="*/ 3437794 w 6875587"/>
              <a:gd name="connsiteY12" fmla="*/ 859449 h 5729656"/>
              <a:gd name="connsiteX13" fmla="*/ 3437794 w 6875587"/>
              <a:gd name="connsiteY13" fmla="*/ 286483 h 5729656"/>
              <a:gd name="connsiteX14" fmla="*/ 5156691 w 6875587"/>
              <a:gd name="connsiteY14" fmla="*/ 286483 h 5729656"/>
              <a:gd name="connsiteX15" fmla="*/ 5156691 w 6875587"/>
              <a:gd name="connsiteY15" fmla="*/ 1432414 h 5729656"/>
              <a:gd name="connsiteX16" fmla="*/ 5729657 w 6875587"/>
              <a:gd name="connsiteY16" fmla="*/ 1432414 h 5729656"/>
              <a:gd name="connsiteX17" fmla="*/ 5729657 w 6875587"/>
              <a:gd name="connsiteY17" fmla="*/ 859449 h 5729656"/>
              <a:gd name="connsiteX18" fmla="*/ 6302622 w 6875587"/>
              <a:gd name="connsiteY18" fmla="*/ 859449 h 5729656"/>
              <a:gd name="connsiteX19" fmla="*/ 6302622 w 6875587"/>
              <a:gd name="connsiteY19" fmla="*/ 286483 h 5729656"/>
              <a:gd name="connsiteX20" fmla="*/ 6875588 w 6875587"/>
              <a:gd name="connsiteY20" fmla="*/ 286483 h 5729656"/>
              <a:gd name="connsiteX21" fmla="*/ 6875588 w 6875587"/>
              <a:gd name="connsiteY21" fmla="*/ 2005380 h 5729656"/>
              <a:gd name="connsiteX22" fmla="*/ 5156691 w 6875587"/>
              <a:gd name="connsiteY22" fmla="*/ 2005380 h 5729656"/>
              <a:gd name="connsiteX23" fmla="*/ 5156691 w 6875587"/>
              <a:gd name="connsiteY23" fmla="*/ 2578346 h 5729656"/>
              <a:gd name="connsiteX24" fmla="*/ 4583725 w 6875587"/>
              <a:gd name="connsiteY24" fmla="*/ 2578346 h 5729656"/>
              <a:gd name="connsiteX25" fmla="*/ 4583725 w 6875587"/>
              <a:gd name="connsiteY25" fmla="*/ 3151311 h 5729656"/>
              <a:gd name="connsiteX26" fmla="*/ 4010760 w 6875587"/>
              <a:gd name="connsiteY26" fmla="*/ 3151311 h 5729656"/>
              <a:gd name="connsiteX27" fmla="*/ 4010760 w 6875587"/>
              <a:gd name="connsiteY27" fmla="*/ 3724277 h 5729656"/>
              <a:gd name="connsiteX28" fmla="*/ 5156691 w 6875587"/>
              <a:gd name="connsiteY28" fmla="*/ 3724277 h 5729656"/>
              <a:gd name="connsiteX29" fmla="*/ 5156691 w 6875587"/>
              <a:gd name="connsiteY29" fmla="*/ 3151311 h 5729656"/>
              <a:gd name="connsiteX30" fmla="*/ 5729657 w 6875587"/>
              <a:gd name="connsiteY30" fmla="*/ 3151311 h 5729656"/>
              <a:gd name="connsiteX31" fmla="*/ 5729657 w 6875587"/>
              <a:gd name="connsiteY31" fmla="*/ 2578346 h 5729656"/>
              <a:gd name="connsiteX32" fmla="*/ 6875588 w 6875587"/>
              <a:gd name="connsiteY32" fmla="*/ 2578346 h 5729656"/>
              <a:gd name="connsiteX33" fmla="*/ 6875588 w 6875587"/>
              <a:gd name="connsiteY33" fmla="*/ 3724277 h 5729656"/>
              <a:gd name="connsiteX34" fmla="*/ 5729657 w 6875587"/>
              <a:gd name="connsiteY34" fmla="*/ 3724277 h 5729656"/>
              <a:gd name="connsiteX35" fmla="*/ 5729657 w 6875587"/>
              <a:gd name="connsiteY35" fmla="*/ 4870208 h 5729656"/>
              <a:gd name="connsiteX36" fmla="*/ 5156691 w 6875587"/>
              <a:gd name="connsiteY36" fmla="*/ 4870208 h 5729656"/>
              <a:gd name="connsiteX37" fmla="*/ 5156691 w 6875587"/>
              <a:gd name="connsiteY37" fmla="*/ 4297243 h 5729656"/>
              <a:gd name="connsiteX38" fmla="*/ 2864828 w 6875587"/>
              <a:gd name="connsiteY38" fmla="*/ 4297243 h 5729656"/>
              <a:gd name="connsiteX39" fmla="*/ 2864828 w 6875587"/>
              <a:gd name="connsiteY39" fmla="*/ 4870208 h 5729656"/>
              <a:gd name="connsiteX40" fmla="*/ 4010760 w 6875587"/>
              <a:gd name="connsiteY40" fmla="*/ 4870208 h 5729656"/>
              <a:gd name="connsiteX41" fmla="*/ 4010760 w 6875587"/>
              <a:gd name="connsiteY41" fmla="*/ 5443174 h 5729656"/>
              <a:gd name="connsiteX42" fmla="*/ 1718897 w 6875587"/>
              <a:gd name="connsiteY42" fmla="*/ 5443174 h 5729656"/>
              <a:gd name="connsiteX43" fmla="*/ 1718897 w 6875587"/>
              <a:gd name="connsiteY43" fmla="*/ 5729657 h 5729656"/>
              <a:gd name="connsiteX0" fmla="*/ 1145931 w 6875588"/>
              <a:gd name="connsiteY0" fmla="*/ 0 h 5443174"/>
              <a:gd name="connsiteX1" fmla="*/ 1145931 w 6875588"/>
              <a:gd name="connsiteY1" fmla="*/ 286483 h 5443174"/>
              <a:gd name="connsiteX2" fmla="*/ 0 w 6875588"/>
              <a:gd name="connsiteY2" fmla="*/ 286483 h 5443174"/>
              <a:gd name="connsiteX3" fmla="*/ 0 w 6875588"/>
              <a:gd name="connsiteY3" fmla="*/ 2005380 h 5443174"/>
              <a:gd name="connsiteX4" fmla="*/ 1145931 w 6875588"/>
              <a:gd name="connsiteY4" fmla="*/ 2005380 h 5443174"/>
              <a:gd name="connsiteX5" fmla="*/ 1145931 w 6875588"/>
              <a:gd name="connsiteY5" fmla="*/ 2578346 h 5443174"/>
              <a:gd name="connsiteX6" fmla="*/ 1718897 w 6875588"/>
              <a:gd name="connsiteY6" fmla="*/ 2578346 h 5443174"/>
              <a:gd name="connsiteX7" fmla="*/ 1718897 w 6875588"/>
              <a:gd name="connsiteY7" fmla="*/ 1432414 h 5443174"/>
              <a:gd name="connsiteX8" fmla="*/ 2291863 w 6875588"/>
              <a:gd name="connsiteY8" fmla="*/ 1432414 h 5443174"/>
              <a:gd name="connsiteX9" fmla="*/ 2291863 w 6875588"/>
              <a:gd name="connsiteY9" fmla="*/ 286483 h 5443174"/>
              <a:gd name="connsiteX10" fmla="*/ 2864828 w 6875588"/>
              <a:gd name="connsiteY10" fmla="*/ 286483 h 5443174"/>
              <a:gd name="connsiteX11" fmla="*/ 2864828 w 6875588"/>
              <a:gd name="connsiteY11" fmla="*/ 859449 h 5443174"/>
              <a:gd name="connsiteX12" fmla="*/ 3437794 w 6875588"/>
              <a:gd name="connsiteY12" fmla="*/ 859449 h 5443174"/>
              <a:gd name="connsiteX13" fmla="*/ 3437794 w 6875588"/>
              <a:gd name="connsiteY13" fmla="*/ 286483 h 5443174"/>
              <a:gd name="connsiteX14" fmla="*/ 5156691 w 6875588"/>
              <a:gd name="connsiteY14" fmla="*/ 286483 h 5443174"/>
              <a:gd name="connsiteX15" fmla="*/ 5156691 w 6875588"/>
              <a:gd name="connsiteY15" fmla="*/ 1432414 h 5443174"/>
              <a:gd name="connsiteX16" fmla="*/ 5729657 w 6875588"/>
              <a:gd name="connsiteY16" fmla="*/ 1432414 h 5443174"/>
              <a:gd name="connsiteX17" fmla="*/ 5729657 w 6875588"/>
              <a:gd name="connsiteY17" fmla="*/ 859449 h 5443174"/>
              <a:gd name="connsiteX18" fmla="*/ 6302622 w 6875588"/>
              <a:gd name="connsiteY18" fmla="*/ 859449 h 5443174"/>
              <a:gd name="connsiteX19" fmla="*/ 6302622 w 6875588"/>
              <a:gd name="connsiteY19" fmla="*/ 286483 h 5443174"/>
              <a:gd name="connsiteX20" fmla="*/ 6875588 w 6875588"/>
              <a:gd name="connsiteY20" fmla="*/ 286483 h 5443174"/>
              <a:gd name="connsiteX21" fmla="*/ 6875588 w 6875588"/>
              <a:gd name="connsiteY21" fmla="*/ 2005380 h 5443174"/>
              <a:gd name="connsiteX22" fmla="*/ 5156691 w 6875588"/>
              <a:gd name="connsiteY22" fmla="*/ 2005380 h 5443174"/>
              <a:gd name="connsiteX23" fmla="*/ 5156691 w 6875588"/>
              <a:gd name="connsiteY23" fmla="*/ 2578346 h 5443174"/>
              <a:gd name="connsiteX24" fmla="*/ 4583725 w 6875588"/>
              <a:gd name="connsiteY24" fmla="*/ 2578346 h 5443174"/>
              <a:gd name="connsiteX25" fmla="*/ 4583725 w 6875588"/>
              <a:gd name="connsiteY25" fmla="*/ 3151311 h 5443174"/>
              <a:gd name="connsiteX26" fmla="*/ 4010760 w 6875588"/>
              <a:gd name="connsiteY26" fmla="*/ 3151311 h 5443174"/>
              <a:gd name="connsiteX27" fmla="*/ 4010760 w 6875588"/>
              <a:gd name="connsiteY27" fmla="*/ 3724277 h 5443174"/>
              <a:gd name="connsiteX28" fmla="*/ 5156691 w 6875588"/>
              <a:gd name="connsiteY28" fmla="*/ 3724277 h 5443174"/>
              <a:gd name="connsiteX29" fmla="*/ 5156691 w 6875588"/>
              <a:gd name="connsiteY29" fmla="*/ 3151311 h 5443174"/>
              <a:gd name="connsiteX30" fmla="*/ 5729657 w 6875588"/>
              <a:gd name="connsiteY30" fmla="*/ 3151311 h 5443174"/>
              <a:gd name="connsiteX31" fmla="*/ 5729657 w 6875588"/>
              <a:gd name="connsiteY31" fmla="*/ 2578346 h 5443174"/>
              <a:gd name="connsiteX32" fmla="*/ 6875588 w 6875588"/>
              <a:gd name="connsiteY32" fmla="*/ 2578346 h 5443174"/>
              <a:gd name="connsiteX33" fmla="*/ 6875588 w 6875588"/>
              <a:gd name="connsiteY33" fmla="*/ 3724277 h 5443174"/>
              <a:gd name="connsiteX34" fmla="*/ 5729657 w 6875588"/>
              <a:gd name="connsiteY34" fmla="*/ 3724277 h 5443174"/>
              <a:gd name="connsiteX35" fmla="*/ 5729657 w 6875588"/>
              <a:gd name="connsiteY35" fmla="*/ 4870208 h 5443174"/>
              <a:gd name="connsiteX36" fmla="*/ 5156691 w 6875588"/>
              <a:gd name="connsiteY36" fmla="*/ 4870208 h 5443174"/>
              <a:gd name="connsiteX37" fmla="*/ 5156691 w 6875588"/>
              <a:gd name="connsiteY37" fmla="*/ 4297243 h 5443174"/>
              <a:gd name="connsiteX38" fmla="*/ 2864828 w 6875588"/>
              <a:gd name="connsiteY38" fmla="*/ 4297243 h 5443174"/>
              <a:gd name="connsiteX39" fmla="*/ 2864828 w 6875588"/>
              <a:gd name="connsiteY39" fmla="*/ 4870208 h 5443174"/>
              <a:gd name="connsiteX40" fmla="*/ 4010760 w 6875588"/>
              <a:gd name="connsiteY40" fmla="*/ 4870208 h 5443174"/>
              <a:gd name="connsiteX41" fmla="*/ 4010760 w 6875588"/>
              <a:gd name="connsiteY41" fmla="*/ 5443174 h 5443174"/>
              <a:gd name="connsiteX42" fmla="*/ 1718897 w 6875588"/>
              <a:gd name="connsiteY42" fmla="*/ 5443174 h 5443174"/>
              <a:gd name="connsiteX0" fmla="*/ 1145931 w 6875588"/>
              <a:gd name="connsiteY0" fmla="*/ 0 h 5443174"/>
              <a:gd name="connsiteX1" fmla="*/ 1145931 w 6875588"/>
              <a:gd name="connsiteY1" fmla="*/ 286483 h 5443174"/>
              <a:gd name="connsiteX2" fmla="*/ 0 w 6875588"/>
              <a:gd name="connsiteY2" fmla="*/ 286483 h 5443174"/>
              <a:gd name="connsiteX3" fmla="*/ 0 w 6875588"/>
              <a:gd name="connsiteY3" fmla="*/ 2005380 h 5443174"/>
              <a:gd name="connsiteX4" fmla="*/ 1145931 w 6875588"/>
              <a:gd name="connsiteY4" fmla="*/ 2005380 h 5443174"/>
              <a:gd name="connsiteX5" fmla="*/ 1145931 w 6875588"/>
              <a:gd name="connsiteY5" fmla="*/ 2578346 h 5443174"/>
              <a:gd name="connsiteX6" fmla="*/ 1718897 w 6875588"/>
              <a:gd name="connsiteY6" fmla="*/ 2578346 h 5443174"/>
              <a:gd name="connsiteX7" fmla="*/ 1718897 w 6875588"/>
              <a:gd name="connsiteY7" fmla="*/ 1432414 h 5443174"/>
              <a:gd name="connsiteX8" fmla="*/ 2291863 w 6875588"/>
              <a:gd name="connsiteY8" fmla="*/ 1432414 h 5443174"/>
              <a:gd name="connsiteX9" fmla="*/ 2291863 w 6875588"/>
              <a:gd name="connsiteY9" fmla="*/ 286483 h 5443174"/>
              <a:gd name="connsiteX10" fmla="*/ 2864828 w 6875588"/>
              <a:gd name="connsiteY10" fmla="*/ 286483 h 5443174"/>
              <a:gd name="connsiteX11" fmla="*/ 2864828 w 6875588"/>
              <a:gd name="connsiteY11" fmla="*/ 859449 h 5443174"/>
              <a:gd name="connsiteX12" fmla="*/ 3437794 w 6875588"/>
              <a:gd name="connsiteY12" fmla="*/ 859449 h 5443174"/>
              <a:gd name="connsiteX13" fmla="*/ 3437794 w 6875588"/>
              <a:gd name="connsiteY13" fmla="*/ 286483 h 5443174"/>
              <a:gd name="connsiteX14" fmla="*/ 5156691 w 6875588"/>
              <a:gd name="connsiteY14" fmla="*/ 286483 h 5443174"/>
              <a:gd name="connsiteX15" fmla="*/ 5156691 w 6875588"/>
              <a:gd name="connsiteY15" fmla="*/ 1432414 h 5443174"/>
              <a:gd name="connsiteX16" fmla="*/ 5729657 w 6875588"/>
              <a:gd name="connsiteY16" fmla="*/ 1432414 h 5443174"/>
              <a:gd name="connsiteX17" fmla="*/ 5729657 w 6875588"/>
              <a:gd name="connsiteY17" fmla="*/ 859449 h 5443174"/>
              <a:gd name="connsiteX18" fmla="*/ 6302622 w 6875588"/>
              <a:gd name="connsiteY18" fmla="*/ 859449 h 5443174"/>
              <a:gd name="connsiteX19" fmla="*/ 6302622 w 6875588"/>
              <a:gd name="connsiteY19" fmla="*/ 286483 h 5443174"/>
              <a:gd name="connsiteX20" fmla="*/ 6875588 w 6875588"/>
              <a:gd name="connsiteY20" fmla="*/ 286483 h 5443174"/>
              <a:gd name="connsiteX21" fmla="*/ 6875588 w 6875588"/>
              <a:gd name="connsiteY21" fmla="*/ 2005380 h 5443174"/>
              <a:gd name="connsiteX22" fmla="*/ 5156691 w 6875588"/>
              <a:gd name="connsiteY22" fmla="*/ 2005380 h 5443174"/>
              <a:gd name="connsiteX23" fmla="*/ 5156691 w 6875588"/>
              <a:gd name="connsiteY23" fmla="*/ 2578346 h 5443174"/>
              <a:gd name="connsiteX24" fmla="*/ 4583725 w 6875588"/>
              <a:gd name="connsiteY24" fmla="*/ 2578346 h 5443174"/>
              <a:gd name="connsiteX25" fmla="*/ 4583725 w 6875588"/>
              <a:gd name="connsiteY25" fmla="*/ 3151311 h 5443174"/>
              <a:gd name="connsiteX26" fmla="*/ 4010760 w 6875588"/>
              <a:gd name="connsiteY26" fmla="*/ 3151311 h 5443174"/>
              <a:gd name="connsiteX27" fmla="*/ 4010760 w 6875588"/>
              <a:gd name="connsiteY27" fmla="*/ 3724277 h 5443174"/>
              <a:gd name="connsiteX28" fmla="*/ 5156691 w 6875588"/>
              <a:gd name="connsiteY28" fmla="*/ 3724277 h 5443174"/>
              <a:gd name="connsiteX29" fmla="*/ 5156691 w 6875588"/>
              <a:gd name="connsiteY29" fmla="*/ 3151311 h 5443174"/>
              <a:gd name="connsiteX30" fmla="*/ 5729657 w 6875588"/>
              <a:gd name="connsiteY30" fmla="*/ 3151311 h 5443174"/>
              <a:gd name="connsiteX31" fmla="*/ 5729657 w 6875588"/>
              <a:gd name="connsiteY31" fmla="*/ 2578346 h 5443174"/>
              <a:gd name="connsiteX32" fmla="*/ 6875588 w 6875588"/>
              <a:gd name="connsiteY32" fmla="*/ 2578346 h 5443174"/>
              <a:gd name="connsiteX33" fmla="*/ 6875588 w 6875588"/>
              <a:gd name="connsiteY33" fmla="*/ 3724277 h 5443174"/>
              <a:gd name="connsiteX34" fmla="*/ 5729657 w 6875588"/>
              <a:gd name="connsiteY34" fmla="*/ 3724277 h 5443174"/>
              <a:gd name="connsiteX35" fmla="*/ 5729657 w 6875588"/>
              <a:gd name="connsiteY35" fmla="*/ 4870208 h 5443174"/>
              <a:gd name="connsiteX36" fmla="*/ 5156691 w 6875588"/>
              <a:gd name="connsiteY36" fmla="*/ 4870208 h 5443174"/>
              <a:gd name="connsiteX37" fmla="*/ 5156691 w 6875588"/>
              <a:gd name="connsiteY37" fmla="*/ 4297243 h 5443174"/>
              <a:gd name="connsiteX38" fmla="*/ 2864828 w 6875588"/>
              <a:gd name="connsiteY38" fmla="*/ 4297243 h 5443174"/>
              <a:gd name="connsiteX39" fmla="*/ 2864828 w 6875588"/>
              <a:gd name="connsiteY39" fmla="*/ 4870208 h 5443174"/>
              <a:gd name="connsiteX40" fmla="*/ 4010760 w 6875588"/>
              <a:gd name="connsiteY40" fmla="*/ 4870208 h 5443174"/>
              <a:gd name="connsiteX41" fmla="*/ 4010760 w 6875588"/>
              <a:gd name="connsiteY41" fmla="*/ 5443174 h 5443174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38" fmla="*/ 2864828 w 6875588"/>
              <a:gd name="connsiteY38" fmla="*/ 4297243 h 4870208"/>
              <a:gd name="connsiteX39" fmla="*/ 2864828 w 6875588"/>
              <a:gd name="connsiteY39" fmla="*/ 4870208 h 4870208"/>
              <a:gd name="connsiteX40" fmla="*/ 4010760 w 6875588"/>
              <a:gd name="connsiteY40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38" fmla="*/ 2864828 w 6875588"/>
              <a:gd name="connsiteY38" fmla="*/ 4297243 h 4870208"/>
              <a:gd name="connsiteX39" fmla="*/ 2864828 w 6875588"/>
              <a:gd name="connsiteY39" fmla="*/ 4870208 h 4870208"/>
              <a:gd name="connsiteX0" fmla="*/ 1145931 w 6875588"/>
              <a:gd name="connsiteY0" fmla="*/ 0 h 4870208"/>
              <a:gd name="connsiteX1" fmla="*/ 1145931 w 6875588"/>
              <a:gd name="connsiteY1" fmla="*/ 286483 h 4870208"/>
              <a:gd name="connsiteX2" fmla="*/ 0 w 6875588"/>
              <a:gd name="connsiteY2" fmla="*/ 286483 h 4870208"/>
              <a:gd name="connsiteX3" fmla="*/ 0 w 6875588"/>
              <a:gd name="connsiteY3" fmla="*/ 2005380 h 4870208"/>
              <a:gd name="connsiteX4" fmla="*/ 1145931 w 6875588"/>
              <a:gd name="connsiteY4" fmla="*/ 2005380 h 4870208"/>
              <a:gd name="connsiteX5" fmla="*/ 1145931 w 6875588"/>
              <a:gd name="connsiteY5" fmla="*/ 2578346 h 4870208"/>
              <a:gd name="connsiteX6" fmla="*/ 1718897 w 6875588"/>
              <a:gd name="connsiteY6" fmla="*/ 2578346 h 4870208"/>
              <a:gd name="connsiteX7" fmla="*/ 1718897 w 6875588"/>
              <a:gd name="connsiteY7" fmla="*/ 1432414 h 4870208"/>
              <a:gd name="connsiteX8" fmla="*/ 2291863 w 6875588"/>
              <a:gd name="connsiteY8" fmla="*/ 1432414 h 4870208"/>
              <a:gd name="connsiteX9" fmla="*/ 2291863 w 6875588"/>
              <a:gd name="connsiteY9" fmla="*/ 286483 h 4870208"/>
              <a:gd name="connsiteX10" fmla="*/ 2864828 w 6875588"/>
              <a:gd name="connsiteY10" fmla="*/ 286483 h 4870208"/>
              <a:gd name="connsiteX11" fmla="*/ 2864828 w 6875588"/>
              <a:gd name="connsiteY11" fmla="*/ 859449 h 4870208"/>
              <a:gd name="connsiteX12" fmla="*/ 3437794 w 6875588"/>
              <a:gd name="connsiteY12" fmla="*/ 859449 h 4870208"/>
              <a:gd name="connsiteX13" fmla="*/ 3437794 w 6875588"/>
              <a:gd name="connsiteY13" fmla="*/ 286483 h 4870208"/>
              <a:gd name="connsiteX14" fmla="*/ 5156691 w 6875588"/>
              <a:gd name="connsiteY14" fmla="*/ 286483 h 4870208"/>
              <a:gd name="connsiteX15" fmla="*/ 5156691 w 6875588"/>
              <a:gd name="connsiteY15" fmla="*/ 1432414 h 4870208"/>
              <a:gd name="connsiteX16" fmla="*/ 5729657 w 6875588"/>
              <a:gd name="connsiteY16" fmla="*/ 1432414 h 4870208"/>
              <a:gd name="connsiteX17" fmla="*/ 5729657 w 6875588"/>
              <a:gd name="connsiteY17" fmla="*/ 859449 h 4870208"/>
              <a:gd name="connsiteX18" fmla="*/ 6302622 w 6875588"/>
              <a:gd name="connsiteY18" fmla="*/ 859449 h 4870208"/>
              <a:gd name="connsiteX19" fmla="*/ 6302622 w 6875588"/>
              <a:gd name="connsiteY19" fmla="*/ 286483 h 4870208"/>
              <a:gd name="connsiteX20" fmla="*/ 6875588 w 6875588"/>
              <a:gd name="connsiteY20" fmla="*/ 286483 h 4870208"/>
              <a:gd name="connsiteX21" fmla="*/ 6875588 w 6875588"/>
              <a:gd name="connsiteY21" fmla="*/ 2005380 h 4870208"/>
              <a:gd name="connsiteX22" fmla="*/ 5156691 w 6875588"/>
              <a:gd name="connsiteY22" fmla="*/ 2005380 h 4870208"/>
              <a:gd name="connsiteX23" fmla="*/ 5156691 w 6875588"/>
              <a:gd name="connsiteY23" fmla="*/ 2578346 h 4870208"/>
              <a:gd name="connsiteX24" fmla="*/ 4583725 w 6875588"/>
              <a:gd name="connsiteY24" fmla="*/ 2578346 h 4870208"/>
              <a:gd name="connsiteX25" fmla="*/ 4583725 w 6875588"/>
              <a:gd name="connsiteY25" fmla="*/ 3151311 h 4870208"/>
              <a:gd name="connsiteX26" fmla="*/ 4010760 w 6875588"/>
              <a:gd name="connsiteY26" fmla="*/ 3151311 h 4870208"/>
              <a:gd name="connsiteX27" fmla="*/ 4010760 w 6875588"/>
              <a:gd name="connsiteY27" fmla="*/ 3724277 h 4870208"/>
              <a:gd name="connsiteX28" fmla="*/ 5156691 w 6875588"/>
              <a:gd name="connsiteY28" fmla="*/ 3724277 h 4870208"/>
              <a:gd name="connsiteX29" fmla="*/ 5156691 w 6875588"/>
              <a:gd name="connsiteY29" fmla="*/ 3151311 h 4870208"/>
              <a:gd name="connsiteX30" fmla="*/ 5729657 w 6875588"/>
              <a:gd name="connsiteY30" fmla="*/ 3151311 h 4870208"/>
              <a:gd name="connsiteX31" fmla="*/ 5729657 w 6875588"/>
              <a:gd name="connsiteY31" fmla="*/ 2578346 h 4870208"/>
              <a:gd name="connsiteX32" fmla="*/ 6875588 w 6875588"/>
              <a:gd name="connsiteY32" fmla="*/ 2578346 h 4870208"/>
              <a:gd name="connsiteX33" fmla="*/ 6875588 w 6875588"/>
              <a:gd name="connsiteY33" fmla="*/ 3724277 h 4870208"/>
              <a:gd name="connsiteX34" fmla="*/ 5729657 w 6875588"/>
              <a:gd name="connsiteY34" fmla="*/ 3724277 h 4870208"/>
              <a:gd name="connsiteX35" fmla="*/ 5729657 w 6875588"/>
              <a:gd name="connsiteY35" fmla="*/ 4870208 h 4870208"/>
              <a:gd name="connsiteX36" fmla="*/ 5156691 w 6875588"/>
              <a:gd name="connsiteY36" fmla="*/ 4870208 h 4870208"/>
              <a:gd name="connsiteX37" fmla="*/ 5156691 w 6875588"/>
              <a:gd name="connsiteY37" fmla="*/ 4297243 h 4870208"/>
              <a:gd name="connsiteX38" fmla="*/ 2864828 w 6875588"/>
              <a:gd name="connsiteY38" fmla="*/ 4297243 h 4870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6875588" h="4870208">
                <a:moveTo>
                  <a:pt x="1145931" y="0"/>
                </a:moveTo>
                <a:lnTo>
                  <a:pt x="1145931" y="286483"/>
                </a:lnTo>
                <a:lnTo>
                  <a:pt x="0" y="286483"/>
                </a:lnTo>
                <a:lnTo>
                  <a:pt x="0" y="2005380"/>
                </a:lnTo>
                <a:lnTo>
                  <a:pt x="1145931" y="2005380"/>
                </a:lnTo>
                <a:lnTo>
                  <a:pt x="1145931" y="2578346"/>
                </a:lnTo>
                <a:lnTo>
                  <a:pt x="1718897" y="2578346"/>
                </a:lnTo>
                <a:lnTo>
                  <a:pt x="1718897" y="1432414"/>
                </a:lnTo>
                <a:lnTo>
                  <a:pt x="2291863" y="1432414"/>
                </a:lnTo>
                <a:lnTo>
                  <a:pt x="2291863" y="286483"/>
                </a:lnTo>
                <a:lnTo>
                  <a:pt x="2864828" y="286483"/>
                </a:lnTo>
                <a:lnTo>
                  <a:pt x="2864828" y="859449"/>
                </a:lnTo>
                <a:lnTo>
                  <a:pt x="3437794" y="859449"/>
                </a:lnTo>
                <a:lnTo>
                  <a:pt x="3437794" y="286483"/>
                </a:lnTo>
                <a:lnTo>
                  <a:pt x="5156691" y="286483"/>
                </a:lnTo>
                <a:lnTo>
                  <a:pt x="5156691" y="1432414"/>
                </a:lnTo>
                <a:lnTo>
                  <a:pt x="5729657" y="1432414"/>
                </a:lnTo>
                <a:lnTo>
                  <a:pt x="5729657" y="859449"/>
                </a:lnTo>
                <a:lnTo>
                  <a:pt x="6302622" y="859449"/>
                </a:lnTo>
                <a:lnTo>
                  <a:pt x="6302622" y="286483"/>
                </a:lnTo>
                <a:lnTo>
                  <a:pt x="6875588" y="286483"/>
                </a:lnTo>
                <a:lnTo>
                  <a:pt x="6875588" y="2005380"/>
                </a:lnTo>
                <a:lnTo>
                  <a:pt x="5156691" y="2005380"/>
                </a:lnTo>
                <a:lnTo>
                  <a:pt x="5156691" y="2578346"/>
                </a:lnTo>
                <a:lnTo>
                  <a:pt x="4583725" y="2578346"/>
                </a:lnTo>
                <a:lnTo>
                  <a:pt x="4583725" y="3151311"/>
                </a:lnTo>
                <a:lnTo>
                  <a:pt x="4010760" y="3151311"/>
                </a:lnTo>
                <a:lnTo>
                  <a:pt x="4010760" y="3724277"/>
                </a:lnTo>
                <a:lnTo>
                  <a:pt x="5156691" y="3724277"/>
                </a:lnTo>
                <a:lnTo>
                  <a:pt x="5156691" y="3151311"/>
                </a:lnTo>
                <a:lnTo>
                  <a:pt x="5729657" y="3151311"/>
                </a:lnTo>
                <a:lnTo>
                  <a:pt x="5729657" y="2578346"/>
                </a:lnTo>
                <a:lnTo>
                  <a:pt x="6875588" y="2578346"/>
                </a:lnTo>
                <a:lnTo>
                  <a:pt x="6875588" y="3724277"/>
                </a:lnTo>
                <a:lnTo>
                  <a:pt x="5729657" y="3724277"/>
                </a:lnTo>
                <a:lnTo>
                  <a:pt x="5729657" y="4870208"/>
                </a:lnTo>
                <a:lnTo>
                  <a:pt x="5156691" y="4870208"/>
                </a:lnTo>
                <a:lnTo>
                  <a:pt x="5156691" y="4297243"/>
                </a:lnTo>
                <a:lnTo>
                  <a:pt x="2864828" y="4297243"/>
                </a:lnTo>
              </a:path>
            </a:pathLst>
          </a:custGeom>
          <a:noFill/>
          <a:ln w="71614" cap="sq">
            <a:solidFill>
              <a:srgbClr val="FF0000"/>
            </a:solidFill>
            <a:prstDash val="sysDot"/>
            <a:round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06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6EE1B1B3-B336-4640-AEBC-CDE11E1BD096}"/>
              </a:ext>
            </a:extLst>
          </p:cNvPr>
          <p:cNvSpPr/>
          <p:nvPr/>
        </p:nvSpPr>
        <p:spPr>
          <a:xfrm>
            <a:off x="4798606" y="495827"/>
            <a:ext cx="6875587" cy="5729656"/>
          </a:xfrm>
          <a:custGeom>
            <a:avLst/>
            <a:gdLst>
              <a:gd name="connsiteX0" fmla="*/ 1145931 w 6875587"/>
              <a:gd name="connsiteY0" fmla="*/ 0 h 5729656"/>
              <a:gd name="connsiteX1" fmla="*/ 1145931 w 6875587"/>
              <a:gd name="connsiteY1" fmla="*/ 286483 h 5729656"/>
              <a:gd name="connsiteX2" fmla="*/ 0 w 6875587"/>
              <a:gd name="connsiteY2" fmla="*/ 286483 h 5729656"/>
              <a:gd name="connsiteX3" fmla="*/ 0 w 6875587"/>
              <a:gd name="connsiteY3" fmla="*/ 2005380 h 5729656"/>
              <a:gd name="connsiteX4" fmla="*/ 1145931 w 6875587"/>
              <a:gd name="connsiteY4" fmla="*/ 2005380 h 5729656"/>
              <a:gd name="connsiteX5" fmla="*/ 1145931 w 6875587"/>
              <a:gd name="connsiteY5" fmla="*/ 2578346 h 5729656"/>
              <a:gd name="connsiteX6" fmla="*/ 1718897 w 6875587"/>
              <a:gd name="connsiteY6" fmla="*/ 2578346 h 5729656"/>
              <a:gd name="connsiteX7" fmla="*/ 1718897 w 6875587"/>
              <a:gd name="connsiteY7" fmla="*/ 1432414 h 5729656"/>
              <a:gd name="connsiteX8" fmla="*/ 2291863 w 6875587"/>
              <a:gd name="connsiteY8" fmla="*/ 1432414 h 5729656"/>
              <a:gd name="connsiteX9" fmla="*/ 2291863 w 6875587"/>
              <a:gd name="connsiteY9" fmla="*/ 286483 h 5729656"/>
              <a:gd name="connsiteX10" fmla="*/ 2864828 w 6875587"/>
              <a:gd name="connsiteY10" fmla="*/ 286483 h 5729656"/>
              <a:gd name="connsiteX11" fmla="*/ 2864828 w 6875587"/>
              <a:gd name="connsiteY11" fmla="*/ 859449 h 5729656"/>
              <a:gd name="connsiteX12" fmla="*/ 3437794 w 6875587"/>
              <a:gd name="connsiteY12" fmla="*/ 859449 h 5729656"/>
              <a:gd name="connsiteX13" fmla="*/ 3437794 w 6875587"/>
              <a:gd name="connsiteY13" fmla="*/ 286483 h 5729656"/>
              <a:gd name="connsiteX14" fmla="*/ 5156691 w 6875587"/>
              <a:gd name="connsiteY14" fmla="*/ 286483 h 5729656"/>
              <a:gd name="connsiteX15" fmla="*/ 5156691 w 6875587"/>
              <a:gd name="connsiteY15" fmla="*/ 1432414 h 5729656"/>
              <a:gd name="connsiteX16" fmla="*/ 5729657 w 6875587"/>
              <a:gd name="connsiteY16" fmla="*/ 1432414 h 5729656"/>
              <a:gd name="connsiteX17" fmla="*/ 5729657 w 6875587"/>
              <a:gd name="connsiteY17" fmla="*/ 859449 h 5729656"/>
              <a:gd name="connsiteX18" fmla="*/ 6302622 w 6875587"/>
              <a:gd name="connsiteY18" fmla="*/ 859449 h 5729656"/>
              <a:gd name="connsiteX19" fmla="*/ 6302622 w 6875587"/>
              <a:gd name="connsiteY19" fmla="*/ 286483 h 5729656"/>
              <a:gd name="connsiteX20" fmla="*/ 6875588 w 6875587"/>
              <a:gd name="connsiteY20" fmla="*/ 286483 h 5729656"/>
              <a:gd name="connsiteX21" fmla="*/ 6875588 w 6875587"/>
              <a:gd name="connsiteY21" fmla="*/ 2005380 h 5729656"/>
              <a:gd name="connsiteX22" fmla="*/ 5156691 w 6875587"/>
              <a:gd name="connsiteY22" fmla="*/ 2005380 h 5729656"/>
              <a:gd name="connsiteX23" fmla="*/ 5156691 w 6875587"/>
              <a:gd name="connsiteY23" fmla="*/ 2578346 h 5729656"/>
              <a:gd name="connsiteX24" fmla="*/ 4583725 w 6875587"/>
              <a:gd name="connsiteY24" fmla="*/ 2578346 h 5729656"/>
              <a:gd name="connsiteX25" fmla="*/ 4583725 w 6875587"/>
              <a:gd name="connsiteY25" fmla="*/ 3151311 h 5729656"/>
              <a:gd name="connsiteX26" fmla="*/ 4010760 w 6875587"/>
              <a:gd name="connsiteY26" fmla="*/ 3151311 h 5729656"/>
              <a:gd name="connsiteX27" fmla="*/ 4010760 w 6875587"/>
              <a:gd name="connsiteY27" fmla="*/ 3724277 h 5729656"/>
              <a:gd name="connsiteX28" fmla="*/ 5156691 w 6875587"/>
              <a:gd name="connsiteY28" fmla="*/ 3724277 h 5729656"/>
              <a:gd name="connsiteX29" fmla="*/ 5156691 w 6875587"/>
              <a:gd name="connsiteY29" fmla="*/ 3151311 h 5729656"/>
              <a:gd name="connsiteX30" fmla="*/ 5729657 w 6875587"/>
              <a:gd name="connsiteY30" fmla="*/ 3151311 h 5729656"/>
              <a:gd name="connsiteX31" fmla="*/ 5729657 w 6875587"/>
              <a:gd name="connsiteY31" fmla="*/ 2578346 h 5729656"/>
              <a:gd name="connsiteX32" fmla="*/ 6875588 w 6875587"/>
              <a:gd name="connsiteY32" fmla="*/ 2578346 h 5729656"/>
              <a:gd name="connsiteX33" fmla="*/ 6875588 w 6875587"/>
              <a:gd name="connsiteY33" fmla="*/ 3724277 h 5729656"/>
              <a:gd name="connsiteX34" fmla="*/ 5729657 w 6875587"/>
              <a:gd name="connsiteY34" fmla="*/ 3724277 h 5729656"/>
              <a:gd name="connsiteX35" fmla="*/ 5729657 w 6875587"/>
              <a:gd name="connsiteY35" fmla="*/ 4870208 h 5729656"/>
              <a:gd name="connsiteX36" fmla="*/ 5156691 w 6875587"/>
              <a:gd name="connsiteY36" fmla="*/ 4870208 h 5729656"/>
              <a:gd name="connsiteX37" fmla="*/ 5156691 w 6875587"/>
              <a:gd name="connsiteY37" fmla="*/ 4297243 h 5729656"/>
              <a:gd name="connsiteX38" fmla="*/ 2864828 w 6875587"/>
              <a:gd name="connsiteY38" fmla="*/ 4297243 h 5729656"/>
              <a:gd name="connsiteX39" fmla="*/ 2864828 w 6875587"/>
              <a:gd name="connsiteY39" fmla="*/ 4870208 h 5729656"/>
              <a:gd name="connsiteX40" fmla="*/ 4010760 w 6875587"/>
              <a:gd name="connsiteY40" fmla="*/ 4870208 h 5729656"/>
              <a:gd name="connsiteX41" fmla="*/ 4010760 w 6875587"/>
              <a:gd name="connsiteY41" fmla="*/ 5443174 h 5729656"/>
              <a:gd name="connsiteX42" fmla="*/ 1718897 w 6875587"/>
              <a:gd name="connsiteY42" fmla="*/ 5443174 h 5729656"/>
              <a:gd name="connsiteX43" fmla="*/ 1718897 w 6875587"/>
              <a:gd name="connsiteY43" fmla="*/ 5729657 h 5729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875587" h="5729656">
                <a:moveTo>
                  <a:pt x="1145931" y="0"/>
                </a:moveTo>
                <a:lnTo>
                  <a:pt x="1145931" y="286483"/>
                </a:lnTo>
                <a:lnTo>
                  <a:pt x="0" y="286483"/>
                </a:lnTo>
                <a:lnTo>
                  <a:pt x="0" y="2005380"/>
                </a:lnTo>
                <a:lnTo>
                  <a:pt x="1145931" y="2005380"/>
                </a:lnTo>
                <a:lnTo>
                  <a:pt x="1145931" y="2578346"/>
                </a:lnTo>
                <a:lnTo>
                  <a:pt x="1718897" y="2578346"/>
                </a:lnTo>
                <a:lnTo>
                  <a:pt x="1718897" y="1432414"/>
                </a:lnTo>
                <a:lnTo>
                  <a:pt x="2291863" y="1432414"/>
                </a:lnTo>
                <a:lnTo>
                  <a:pt x="2291863" y="286483"/>
                </a:lnTo>
                <a:lnTo>
                  <a:pt x="2864828" y="286483"/>
                </a:lnTo>
                <a:lnTo>
                  <a:pt x="2864828" y="859449"/>
                </a:lnTo>
                <a:lnTo>
                  <a:pt x="3437794" y="859449"/>
                </a:lnTo>
                <a:lnTo>
                  <a:pt x="3437794" y="286483"/>
                </a:lnTo>
                <a:lnTo>
                  <a:pt x="5156691" y="286483"/>
                </a:lnTo>
                <a:lnTo>
                  <a:pt x="5156691" y="1432414"/>
                </a:lnTo>
                <a:lnTo>
                  <a:pt x="5729657" y="1432414"/>
                </a:lnTo>
                <a:lnTo>
                  <a:pt x="5729657" y="859449"/>
                </a:lnTo>
                <a:lnTo>
                  <a:pt x="6302622" y="859449"/>
                </a:lnTo>
                <a:lnTo>
                  <a:pt x="6302622" y="286483"/>
                </a:lnTo>
                <a:lnTo>
                  <a:pt x="6875588" y="286483"/>
                </a:lnTo>
                <a:lnTo>
                  <a:pt x="6875588" y="2005380"/>
                </a:lnTo>
                <a:lnTo>
                  <a:pt x="5156691" y="2005380"/>
                </a:lnTo>
                <a:lnTo>
                  <a:pt x="5156691" y="2578346"/>
                </a:lnTo>
                <a:lnTo>
                  <a:pt x="4583725" y="2578346"/>
                </a:lnTo>
                <a:lnTo>
                  <a:pt x="4583725" y="3151311"/>
                </a:lnTo>
                <a:lnTo>
                  <a:pt x="4010760" y="3151311"/>
                </a:lnTo>
                <a:lnTo>
                  <a:pt x="4010760" y="3724277"/>
                </a:lnTo>
                <a:lnTo>
                  <a:pt x="5156691" y="3724277"/>
                </a:lnTo>
                <a:lnTo>
                  <a:pt x="5156691" y="3151311"/>
                </a:lnTo>
                <a:lnTo>
                  <a:pt x="5729657" y="3151311"/>
                </a:lnTo>
                <a:lnTo>
                  <a:pt x="5729657" y="2578346"/>
                </a:lnTo>
                <a:lnTo>
                  <a:pt x="6875588" y="2578346"/>
                </a:lnTo>
                <a:lnTo>
                  <a:pt x="6875588" y="3724277"/>
                </a:lnTo>
                <a:lnTo>
                  <a:pt x="5729657" y="3724277"/>
                </a:lnTo>
                <a:lnTo>
                  <a:pt x="5729657" y="4870208"/>
                </a:lnTo>
                <a:lnTo>
                  <a:pt x="5156691" y="4870208"/>
                </a:lnTo>
                <a:lnTo>
                  <a:pt x="5156691" y="4297243"/>
                </a:lnTo>
                <a:lnTo>
                  <a:pt x="2864828" y="4297243"/>
                </a:lnTo>
                <a:lnTo>
                  <a:pt x="2864828" y="4870208"/>
                </a:lnTo>
                <a:lnTo>
                  <a:pt x="4010760" y="4870208"/>
                </a:lnTo>
                <a:lnTo>
                  <a:pt x="4010760" y="5443174"/>
                </a:lnTo>
                <a:lnTo>
                  <a:pt x="1718897" y="5443174"/>
                </a:lnTo>
                <a:lnTo>
                  <a:pt x="1718897" y="5729657"/>
                </a:lnTo>
              </a:path>
            </a:pathLst>
          </a:custGeom>
          <a:noFill/>
          <a:ln w="71614" cap="sq">
            <a:solidFill>
              <a:srgbClr val="FF0000"/>
            </a:solidFill>
            <a:prstDash val="sysDot"/>
            <a:round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608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111C91C3F1324EAA641E163BC16F37" ma:contentTypeVersion="12" ma:contentTypeDescription="Create a new document." ma:contentTypeScope="" ma:versionID="1c8a5ef9438795d38bafd94ce27c839d">
  <xsd:schema xmlns:xsd="http://www.w3.org/2001/XMLSchema" xmlns:xs="http://www.w3.org/2001/XMLSchema" xmlns:p="http://schemas.microsoft.com/office/2006/metadata/properties" xmlns:ns2="960c2cdf-7538-4d87-abd1-a823d00af813" xmlns:ns3="e6b67e13-9978-4a6f-969a-025a7026b893" targetNamespace="http://schemas.microsoft.com/office/2006/metadata/properties" ma:root="true" ma:fieldsID="210623f288afcadd15de4460ae938571" ns2:_="" ns3:_="">
    <xsd:import namespace="960c2cdf-7538-4d87-abd1-a823d00af813"/>
    <xsd:import namespace="e6b67e13-9978-4a6f-969a-025a7026b8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0c2cdf-7538-4d87-abd1-a823d00af8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ed757968-b5e0-43bf-af52-13bc706514c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b67e13-9978-4a6f-969a-025a7026b893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ef14909-c3c8-4e1c-92d0-334fe73eb737}" ma:internalName="TaxCatchAll" ma:showField="CatchAllData" ma:web="e6b67e13-9978-4a6f-969a-025a7026b8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0c2cdf-7538-4d87-abd1-a823d00af813">
      <Terms xmlns="http://schemas.microsoft.com/office/infopath/2007/PartnerControls"/>
    </lcf76f155ced4ddcb4097134ff3c332f>
    <TaxCatchAll xmlns="e6b67e13-9978-4a6f-969a-025a7026b893" xsi:nil="true"/>
  </documentManagement>
</p:properties>
</file>

<file path=customXml/itemProps1.xml><?xml version="1.0" encoding="utf-8"?>
<ds:datastoreItem xmlns:ds="http://schemas.openxmlformats.org/officeDocument/2006/customXml" ds:itemID="{A7C6F088-4009-4A12-B9B1-179CFDA8E65A}"/>
</file>

<file path=customXml/itemProps2.xml><?xml version="1.0" encoding="utf-8"?>
<ds:datastoreItem xmlns:ds="http://schemas.openxmlformats.org/officeDocument/2006/customXml" ds:itemID="{25DC5725-8768-4B38-A64E-D41FFC6391D1}"/>
</file>

<file path=customXml/itemProps3.xml><?xml version="1.0" encoding="utf-8"?>
<ds:datastoreItem xmlns:ds="http://schemas.openxmlformats.org/officeDocument/2006/customXml" ds:itemID="{32223F57-2829-4089-B259-E45229140926}"/>
</file>

<file path=docProps/app.xml><?xml version="1.0" encoding="utf-8"?>
<Properties xmlns="http://schemas.openxmlformats.org/officeDocument/2006/extended-properties" xmlns:vt="http://schemas.openxmlformats.org/officeDocument/2006/docPropsVTypes">
  <TotalTime>3423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Melissa Cowan</dc:creator>
  <cp:lastModifiedBy>Melissa Cowan</cp:lastModifiedBy>
  <cp:revision>6</cp:revision>
  <dcterms:created xsi:type="dcterms:W3CDTF">2021-04-21T16:07:23Z</dcterms:created>
  <dcterms:modified xsi:type="dcterms:W3CDTF">2021-04-28T01:00:59Z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0x010100C5111C91C3F1324EAA641E163BC16F37</vt:lpwstr>
  </property>
</Properties>
</file>